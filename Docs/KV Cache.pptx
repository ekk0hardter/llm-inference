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7" r:id="rId2"/>
    <p:sldId id="256" r:id="rId3"/>
  </p:sldIdLst>
  <p:sldSz cx="75120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73" autoAdjust="0"/>
    <p:restoredTop sz="93812" autoAdjust="0"/>
  </p:normalViewPr>
  <p:slideViewPr>
    <p:cSldViewPr snapToGrid="0">
      <p:cViewPr>
        <p:scale>
          <a:sx n="200" d="100"/>
          <a:sy n="200" d="100"/>
        </p:scale>
        <p:origin x="2346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DD00F-B97C-4D42-943F-8CB7C3F38A62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739900" y="1143000"/>
            <a:ext cx="3378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886F2-2A94-4C79-A1D7-86E0B5B502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511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9C58-7EDB-02D4-D19E-2356F4BF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E66AE6-56E1-2202-D5AD-9568C744C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38313" y="1143000"/>
            <a:ext cx="338137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196255-B711-1B77-F7C1-B9EC62D93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1EA326-D6F1-3812-81E7-290AC0A40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886F2-2A94-4C79-A1D7-86E0B5B5021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250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738313" y="1143000"/>
            <a:ext cx="33813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886F2-2A94-4C79-A1D7-86E0B5B5021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52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405" y="1122363"/>
            <a:ext cx="6385243" cy="2387600"/>
          </a:xfrm>
        </p:spPr>
        <p:txBody>
          <a:bodyPr anchor="b"/>
          <a:lstStyle>
            <a:lvl1pPr algn="ctr">
              <a:defRPr sz="492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006" y="3602038"/>
            <a:ext cx="5634038" cy="1655762"/>
          </a:xfrm>
        </p:spPr>
        <p:txBody>
          <a:bodyPr/>
          <a:lstStyle>
            <a:lvl1pPr marL="0" indent="0" algn="ctr">
              <a:buNone/>
              <a:defRPr sz="1972"/>
            </a:lvl1pPr>
            <a:lvl2pPr marL="375590" indent="0" algn="ctr">
              <a:buNone/>
              <a:defRPr sz="1643"/>
            </a:lvl2pPr>
            <a:lvl3pPr marL="751182" indent="0" algn="ctr">
              <a:buNone/>
              <a:defRPr sz="1479"/>
            </a:lvl3pPr>
            <a:lvl4pPr marL="1126771" indent="0" algn="ctr">
              <a:buNone/>
              <a:defRPr sz="1314"/>
            </a:lvl4pPr>
            <a:lvl5pPr marL="1502361" indent="0" algn="ctr">
              <a:buNone/>
              <a:defRPr sz="1314"/>
            </a:lvl5pPr>
            <a:lvl6pPr marL="1877952" indent="0" algn="ctr">
              <a:buNone/>
              <a:defRPr sz="1314"/>
            </a:lvl6pPr>
            <a:lvl7pPr marL="2253543" indent="0" algn="ctr">
              <a:buNone/>
              <a:defRPr sz="1314"/>
            </a:lvl7pPr>
            <a:lvl8pPr marL="2629133" indent="0" algn="ctr">
              <a:buNone/>
              <a:defRPr sz="1314"/>
            </a:lvl8pPr>
            <a:lvl9pPr marL="3004722" indent="0" algn="ctr">
              <a:buNone/>
              <a:defRPr sz="131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3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525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542" y="1709742"/>
            <a:ext cx="6479143" cy="2852737"/>
          </a:xfrm>
        </p:spPr>
        <p:txBody>
          <a:bodyPr anchor="b"/>
          <a:lstStyle>
            <a:lvl1pPr>
              <a:defRPr sz="492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42" y="4589467"/>
            <a:ext cx="6479143" cy="1500187"/>
          </a:xfrm>
        </p:spPr>
        <p:txBody>
          <a:bodyPr/>
          <a:lstStyle>
            <a:lvl1pPr marL="0" indent="0">
              <a:buNone/>
              <a:defRPr sz="1972">
                <a:solidFill>
                  <a:schemeClr val="tx1"/>
                </a:solidFill>
              </a:defRPr>
            </a:lvl1pPr>
            <a:lvl2pPr marL="375590" indent="0">
              <a:buNone/>
              <a:defRPr sz="1643">
                <a:solidFill>
                  <a:schemeClr val="tx1">
                    <a:tint val="75000"/>
                  </a:schemeClr>
                </a:solidFill>
              </a:defRPr>
            </a:lvl2pPr>
            <a:lvl3pPr marL="751182" indent="0">
              <a:buNone/>
              <a:defRPr sz="1479">
                <a:solidFill>
                  <a:schemeClr val="tx1">
                    <a:tint val="75000"/>
                  </a:schemeClr>
                </a:solidFill>
              </a:defRPr>
            </a:lvl3pPr>
            <a:lvl4pPr marL="1126771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4pPr>
            <a:lvl5pPr marL="1502361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5pPr>
            <a:lvl6pPr marL="1877952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6pPr>
            <a:lvl7pPr marL="2253543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7pPr>
            <a:lvl8pPr marL="2629133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8pPr>
            <a:lvl9pPr marL="3004722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599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6455" y="1825625"/>
            <a:ext cx="319262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2976" y="1825625"/>
            <a:ext cx="319262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36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2" y="365129"/>
            <a:ext cx="6479143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434" y="1681163"/>
            <a:ext cx="3177949" cy="823912"/>
          </a:xfrm>
        </p:spPr>
        <p:txBody>
          <a:bodyPr anchor="b"/>
          <a:lstStyle>
            <a:lvl1pPr marL="0" indent="0">
              <a:buNone/>
              <a:defRPr sz="1972" b="1"/>
            </a:lvl1pPr>
            <a:lvl2pPr marL="375590" indent="0">
              <a:buNone/>
              <a:defRPr sz="1643" b="1"/>
            </a:lvl2pPr>
            <a:lvl3pPr marL="751182" indent="0">
              <a:buNone/>
              <a:defRPr sz="1479" b="1"/>
            </a:lvl3pPr>
            <a:lvl4pPr marL="1126771" indent="0">
              <a:buNone/>
              <a:defRPr sz="1314" b="1"/>
            </a:lvl4pPr>
            <a:lvl5pPr marL="1502361" indent="0">
              <a:buNone/>
              <a:defRPr sz="1314" b="1"/>
            </a:lvl5pPr>
            <a:lvl6pPr marL="1877952" indent="0">
              <a:buNone/>
              <a:defRPr sz="1314" b="1"/>
            </a:lvl6pPr>
            <a:lvl7pPr marL="2253543" indent="0">
              <a:buNone/>
              <a:defRPr sz="1314" b="1"/>
            </a:lvl7pPr>
            <a:lvl8pPr marL="2629133" indent="0">
              <a:buNone/>
              <a:defRPr sz="1314" b="1"/>
            </a:lvl8pPr>
            <a:lvl9pPr marL="3004722" indent="0">
              <a:buNone/>
              <a:defRPr sz="131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434" y="2505075"/>
            <a:ext cx="3177949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02977" y="1681163"/>
            <a:ext cx="3193600" cy="823912"/>
          </a:xfrm>
        </p:spPr>
        <p:txBody>
          <a:bodyPr anchor="b"/>
          <a:lstStyle>
            <a:lvl1pPr marL="0" indent="0">
              <a:buNone/>
              <a:defRPr sz="1972" b="1"/>
            </a:lvl1pPr>
            <a:lvl2pPr marL="375590" indent="0">
              <a:buNone/>
              <a:defRPr sz="1643" b="1"/>
            </a:lvl2pPr>
            <a:lvl3pPr marL="751182" indent="0">
              <a:buNone/>
              <a:defRPr sz="1479" b="1"/>
            </a:lvl3pPr>
            <a:lvl4pPr marL="1126771" indent="0">
              <a:buNone/>
              <a:defRPr sz="1314" b="1"/>
            </a:lvl4pPr>
            <a:lvl5pPr marL="1502361" indent="0">
              <a:buNone/>
              <a:defRPr sz="1314" b="1"/>
            </a:lvl5pPr>
            <a:lvl6pPr marL="1877952" indent="0">
              <a:buNone/>
              <a:defRPr sz="1314" b="1"/>
            </a:lvl6pPr>
            <a:lvl7pPr marL="2253543" indent="0">
              <a:buNone/>
              <a:defRPr sz="1314" b="1"/>
            </a:lvl7pPr>
            <a:lvl8pPr marL="2629133" indent="0">
              <a:buNone/>
              <a:defRPr sz="1314" b="1"/>
            </a:lvl8pPr>
            <a:lvl9pPr marL="3004722" indent="0">
              <a:buNone/>
              <a:defRPr sz="131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02977" y="2505075"/>
            <a:ext cx="319360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9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96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2" y="457200"/>
            <a:ext cx="2422832" cy="1600200"/>
          </a:xfrm>
        </p:spPr>
        <p:txBody>
          <a:bodyPr anchor="b"/>
          <a:lstStyle>
            <a:lvl1pPr>
              <a:defRPr sz="262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3601" y="987429"/>
            <a:ext cx="3802975" cy="4873625"/>
          </a:xfrm>
        </p:spPr>
        <p:txBody>
          <a:bodyPr/>
          <a:lstStyle>
            <a:lvl1pPr>
              <a:defRPr sz="2629"/>
            </a:lvl1pPr>
            <a:lvl2pPr>
              <a:defRPr sz="2300"/>
            </a:lvl2pPr>
            <a:lvl3pPr>
              <a:defRPr sz="1972"/>
            </a:lvl3pPr>
            <a:lvl4pPr>
              <a:defRPr sz="1643"/>
            </a:lvl4pPr>
            <a:lvl5pPr>
              <a:defRPr sz="1643"/>
            </a:lvl5pPr>
            <a:lvl6pPr>
              <a:defRPr sz="1643"/>
            </a:lvl6pPr>
            <a:lvl7pPr>
              <a:defRPr sz="1643"/>
            </a:lvl7pPr>
            <a:lvl8pPr>
              <a:defRPr sz="1643"/>
            </a:lvl8pPr>
            <a:lvl9pPr>
              <a:defRPr sz="16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432" y="2057400"/>
            <a:ext cx="2422832" cy="3811588"/>
          </a:xfrm>
        </p:spPr>
        <p:txBody>
          <a:bodyPr/>
          <a:lstStyle>
            <a:lvl1pPr marL="0" indent="0">
              <a:buNone/>
              <a:defRPr sz="1314"/>
            </a:lvl1pPr>
            <a:lvl2pPr marL="375590" indent="0">
              <a:buNone/>
              <a:defRPr sz="1150"/>
            </a:lvl2pPr>
            <a:lvl3pPr marL="751182" indent="0">
              <a:buNone/>
              <a:defRPr sz="986"/>
            </a:lvl3pPr>
            <a:lvl4pPr marL="1126771" indent="0">
              <a:buNone/>
              <a:defRPr sz="822"/>
            </a:lvl4pPr>
            <a:lvl5pPr marL="1502361" indent="0">
              <a:buNone/>
              <a:defRPr sz="822"/>
            </a:lvl5pPr>
            <a:lvl6pPr marL="1877952" indent="0">
              <a:buNone/>
              <a:defRPr sz="822"/>
            </a:lvl6pPr>
            <a:lvl7pPr marL="2253543" indent="0">
              <a:buNone/>
              <a:defRPr sz="822"/>
            </a:lvl7pPr>
            <a:lvl8pPr marL="2629133" indent="0">
              <a:buNone/>
              <a:defRPr sz="822"/>
            </a:lvl8pPr>
            <a:lvl9pPr marL="3004722" indent="0">
              <a:buNone/>
              <a:defRPr sz="8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62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2" y="457200"/>
            <a:ext cx="2422832" cy="1600200"/>
          </a:xfrm>
        </p:spPr>
        <p:txBody>
          <a:bodyPr anchor="b"/>
          <a:lstStyle>
            <a:lvl1pPr>
              <a:defRPr sz="262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93601" y="987429"/>
            <a:ext cx="3802975" cy="4873625"/>
          </a:xfrm>
        </p:spPr>
        <p:txBody>
          <a:bodyPr anchor="t"/>
          <a:lstStyle>
            <a:lvl1pPr marL="0" indent="0">
              <a:buNone/>
              <a:defRPr sz="2629"/>
            </a:lvl1pPr>
            <a:lvl2pPr marL="375590" indent="0">
              <a:buNone/>
              <a:defRPr sz="2300"/>
            </a:lvl2pPr>
            <a:lvl3pPr marL="751182" indent="0">
              <a:buNone/>
              <a:defRPr sz="1972"/>
            </a:lvl3pPr>
            <a:lvl4pPr marL="1126771" indent="0">
              <a:buNone/>
              <a:defRPr sz="1643"/>
            </a:lvl4pPr>
            <a:lvl5pPr marL="1502361" indent="0">
              <a:buNone/>
              <a:defRPr sz="1643"/>
            </a:lvl5pPr>
            <a:lvl6pPr marL="1877952" indent="0">
              <a:buNone/>
              <a:defRPr sz="1643"/>
            </a:lvl6pPr>
            <a:lvl7pPr marL="2253543" indent="0">
              <a:buNone/>
              <a:defRPr sz="1643"/>
            </a:lvl7pPr>
            <a:lvl8pPr marL="2629133" indent="0">
              <a:buNone/>
              <a:defRPr sz="1643"/>
            </a:lvl8pPr>
            <a:lvl9pPr marL="3004722" indent="0">
              <a:buNone/>
              <a:defRPr sz="164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432" y="2057400"/>
            <a:ext cx="2422832" cy="3811588"/>
          </a:xfrm>
        </p:spPr>
        <p:txBody>
          <a:bodyPr/>
          <a:lstStyle>
            <a:lvl1pPr marL="0" indent="0">
              <a:buNone/>
              <a:defRPr sz="1314"/>
            </a:lvl1pPr>
            <a:lvl2pPr marL="375590" indent="0">
              <a:buNone/>
              <a:defRPr sz="1150"/>
            </a:lvl2pPr>
            <a:lvl3pPr marL="751182" indent="0">
              <a:buNone/>
              <a:defRPr sz="986"/>
            </a:lvl3pPr>
            <a:lvl4pPr marL="1126771" indent="0">
              <a:buNone/>
              <a:defRPr sz="822"/>
            </a:lvl4pPr>
            <a:lvl5pPr marL="1502361" indent="0">
              <a:buNone/>
              <a:defRPr sz="822"/>
            </a:lvl5pPr>
            <a:lvl6pPr marL="1877952" indent="0">
              <a:buNone/>
              <a:defRPr sz="822"/>
            </a:lvl6pPr>
            <a:lvl7pPr marL="2253543" indent="0">
              <a:buNone/>
              <a:defRPr sz="822"/>
            </a:lvl7pPr>
            <a:lvl8pPr marL="2629133" indent="0">
              <a:buNone/>
              <a:defRPr sz="822"/>
            </a:lvl8pPr>
            <a:lvl9pPr marL="3004722" indent="0">
              <a:buNone/>
              <a:defRPr sz="8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07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82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75812" y="365125"/>
            <a:ext cx="161978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6455" y="365125"/>
            <a:ext cx="4765457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39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6455" y="365129"/>
            <a:ext cx="64791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55" y="1825625"/>
            <a:ext cx="64791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55" y="6356354"/>
            <a:ext cx="1690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A6DC7-3241-444B-B9E3-FDAEA958BF06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8368" y="6356354"/>
            <a:ext cx="2535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05386" y="6356354"/>
            <a:ext cx="1690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28348-352C-4666-9364-E4B461C45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28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1182" rtl="0" eaLnBrk="1" latinLnBrk="0" hangingPunct="1">
        <a:lnSpc>
          <a:spcPct val="90000"/>
        </a:lnSpc>
        <a:spcBef>
          <a:spcPct val="0"/>
        </a:spcBef>
        <a:buNone/>
        <a:defRPr sz="36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7795" indent="-187795" algn="l" defTabSz="751182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63385" indent="-187795" algn="l" defTabSz="75118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972" kern="1200">
          <a:solidFill>
            <a:schemeClr val="tx1"/>
          </a:solidFill>
          <a:latin typeface="+mn-lt"/>
          <a:ea typeface="+mn-ea"/>
          <a:cs typeface="+mn-cs"/>
        </a:defRPr>
      </a:lvl2pPr>
      <a:lvl3pPr marL="938977" indent="-187795" algn="l" defTabSz="75118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643" kern="1200">
          <a:solidFill>
            <a:schemeClr val="tx1"/>
          </a:solidFill>
          <a:latin typeface="+mn-lt"/>
          <a:ea typeface="+mn-ea"/>
          <a:cs typeface="+mn-cs"/>
        </a:defRPr>
      </a:lvl3pPr>
      <a:lvl4pPr marL="1314566" indent="-187795" algn="l" defTabSz="75118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4pPr>
      <a:lvl5pPr marL="1690156" indent="-187795" algn="l" defTabSz="75118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5pPr>
      <a:lvl6pPr marL="2065748" indent="-187795" algn="l" defTabSz="75118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6pPr>
      <a:lvl7pPr marL="2441338" indent="-187795" algn="l" defTabSz="75118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7pPr>
      <a:lvl8pPr marL="2816928" indent="-187795" algn="l" defTabSz="75118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8pPr>
      <a:lvl9pPr marL="3192518" indent="-187795" algn="l" defTabSz="75118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118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1pPr>
      <a:lvl2pPr marL="375590" algn="l" defTabSz="75118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2pPr>
      <a:lvl3pPr marL="751182" algn="l" defTabSz="75118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3pPr>
      <a:lvl4pPr marL="1126771" algn="l" defTabSz="75118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4pPr>
      <a:lvl5pPr marL="1502361" algn="l" defTabSz="75118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5pPr>
      <a:lvl6pPr marL="1877952" algn="l" defTabSz="75118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6pPr>
      <a:lvl7pPr marL="2253543" algn="l" defTabSz="75118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7pPr>
      <a:lvl8pPr marL="2629133" algn="l" defTabSz="75118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8pPr>
      <a:lvl9pPr marL="3004722" algn="l" defTabSz="75118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875B6-0225-EC6C-DD17-0A805A49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67567857-B393-006E-E0E6-DD106D6CE34A}"/>
              </a:ext>
            </a:extLst>
          </p:cNvPr>
          <p:cNvGrpSpPr/>
          <p:nvPr/>
        </p:nvGrpSpPr>
        <p:grpSpPr>
          <a:xfrm>
            <a:off x="305929" y="557959"/>
            <a:ext cx="3336794" cy="285687"/>
            <a:chOff x="838200" y="614360"/>
            <a:chExt cx="3448810" cy="2952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B3D1B7-E634-6009-F272-A666112D7EAF}"/>
                </a:ext>
              </a:extLst>
            </p:cNvPr>
            <p:cNvSpPr/>
            <p:nvPr/>
          </p:nvSpPr>
          <p:spPr>
            <a:xfrm>
              <a:off x="838200" y="614362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E066090-BB2C-B776-B967-8D63655B0C85}"/>
                </a:ext>
              </a:extLst>
            </p:cNvPr>
            <p:cNvSpPr/>
            <p:nvPr/>
          </p:nvSpPr>
          <p:spPr>
            <a:xfrm>
              <a:off x="1390650" y="614361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F397BBB-7175-AD2E-81D3-4F456798878D}"/>
                </a:ext>
              </a:extLst>
            </p:cNvPr>
            <p:cNvSpPr/>
            <p:nvPr/>
          </p:nvSpPr>
          <p:spPr>
            <a:xfrm>
              <a:off x="1943100" y="614360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C6216A2-1AD0-3D9A-8AEE-DAC2D007B014}"/>
                </a:ext>
              </a:extLst>
            </p:cNvPr>
            <p:cNvSpPr/>
            <p:nvPr/>
          </p:nvSpPr>
          <p:spPr>
            <a:xfrm>
              <a:off x="2495550" y="614360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B42EDCF-2CB0-987D-F285-570EF7043992}"/>
                </a:ext>
              </a:extLst>
            </p:cNvPr>
            <p:cNvSpPr/>
            <p:nvPr/>
          </p:nvSpPr>
          <p:spPr>
            <a:xfrm>
              <a:off x="3495675" y="614360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21A1B16-D87F-5395-B83D-BB6303243AD5}"/>
                </a:ext>
              </a:extLst>
            </p:cNvPr>
            <p:cNvGrpSpPr/>
            <p:nvPr/>
          </p:nvGrpSpPr>
          <p:grpSpPr>
            <a:xfrm>
              <a:off x="3133725" y="733421"/>
              <a:ext cx="253751" cy="57151"/>
              <a:chOff x="5133975" y="1304924"/>
              <a:chExt cx="352426" cy="79375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8E477265-AB40-C1CE-DF56-C14ECFEEBD06}"/>
                  </a:ext>
                </a:extLst>
              </p:cNvPr>
              <p:cNvSpPr/>
              <p:nvPr/>
            </p:nvSpPr>
            <p:spPr>
              <a:xfrm>
                <a:off x="5133975" y="1304924"/>
                <a:ext cx="76200" cy="7937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91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C53D202D-C5BB-0BB8-0C5F-0671B333D80F}"/>
                  </a:ext>
                </a:extLst>
              </p:cNvPr>
              <p:cNvSpPr/>
              <p:nvPr/>
            </p:nvSpPr>
            <p:spPr>
              <a:xfrm>
                <a:off x="5272088" y="1304924"/>
                <a:ext cx="76200" cy="7937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91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2C6C723C-1B0E-59A6-6C63-950A13ECB328}"/>
                  </a:ext>
                </a:extLst>
              </p:cNvPr>
              <p:cNvSpPr/>
              <p:nvPr/>
            </p:nvSpPr>
            <p:spPr>
              <a:xfrm>
                <a:off x="5410201" y="1304924"/>
                <a:ext cx="76200" cy="7937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91"/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C5D3A62-BE86-0303-89A1-B6082F6781E9}"/>
                </a:ext>
              </a:extLst>
            </p:cNvPr>
            <p:cNvSpPr txBox="1"/>
            <p:nvPr/>
          </p:nvSpPr>
          <p:spPr>
            <a:xfrm>
              <a:off x="865630" y="638885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1965</a:t>
              </a:r>
              <a:endParaRPr lang="zh-CN" altLang="en-US" sz="1051">
                <a:latin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046CF1E-F277-155A-D46E-9E0591B38BF1}"/>
                </a:ext>
              </a:extLst>
            </p:cNvPr>
            <p:cNvSpPr txBox="1"/>
            <p:nvPr/>
          </p:nvSpPr>
          <p:spPr>
            <a:xfrm>
              <a:off x="1418080" y="638883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8871</a:t>
              </a:r>
              <a:endParaRPr lang="zh-CN" altLang="en-US" sz="1051">
                <a:latin typeface="+mn-ea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0401FA0-A2DD-B265-1FEF-FFF560D686F2}"/>
                </a:ext>
              </a:extLst>
            </p:cNvPr>
            <p:cNvSpPr txBox="1"/>
            <p:nvPr/>
          </p:nvSpPr>
          <p:spPr>
            <a:xfrm>
              <a:off x="2028825" y="635194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654</a:t>
              </a:r>
              <a:endParaRPr lang="zh-CN" altLang="en-US" sz="1051">
                <a:latin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946267E-FE40-898A-99E6-4BD084505813}"/>
                </a:ext>
              </a:extLst>
            </p:cNvPr>
            <p:cNvSpPr txBox="1"/>
            <p:nvPr/>
          </p:nvSpPr>
          <p:spPr>
            <a:xfrm>
              <a:off x="2555361" y="638883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323</a:t>
              </a:r>
              <a:endParaRPr lang="zh-CN" altLang="en-US" sz="1051">
                <a:latin typeface="+mn-ea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AA00C63-762E-124E-B406-3DBE3D0ABF24}"/>
                </a:ext>
              </a:extLst>
            </p:cNvPr>
            <p:cNvSpPr txBox="1"/>
            <p:nvPr/>
          </p:nvSpPr>
          <p:spPr>
            <a:xfrm>
              <a:off x="3532629" y="638883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6975</a:t>
              </a:r>
              <a:endParaRPr lang="zh-CN" altLang="en-US" sz="1051">
                <a:latin typeface="+mn-ea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E5B35F8-5286-32C9-814C-A12A9EBC7C64}"/>
              </a:ext>
            </a:extLst>
          </p:cNvPr>
          <p:cNvSpPr txBox="1"/>
          <p:nvPr/>
        </p:nvSpPr>
        <p:spPr>
          <a:xfrm>
            <a:off x="220647" y="889278"/>
            <a:ext cx="1520752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Token Ids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E1E640A-3CA0-5F65-768F-03D6C4C551D4}"/>
              </a:ext>
            </a:extLst>
          </p:cNvPr>
          <p:cNvSpPr txBox="1"/>
          <p:nvPr/>
        </p:nvSpPr>
        <p:spPr>
          <a:xfrm>
            <a:off x="131233" y="-42122"/>
            <a:ext cx="1345142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Prefill Stage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36F68984-EC95-A639-0468-84589274813B}"/>
              </a:ext>
            </a:extLst>
          </p:cNvPr>
          <p:cNvSpPr/>
          <p:nvPr/>
        </p:nvSpPr>
        <p:spPr>
          <a:xfrm rot="5400000">
            <a:off x="1782310" y="-1121004"/>
            <a:ext cx="191821" cy="3084658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A702532-606A-9F0F-C823-45E8BAFA38B1}"/>
              </a:ext>
            </a:extLst>
          </p:cNvPr>
          <p:cNvSpPr txBox="1"/>
          <p:nvPr/>
        </p:nvSpPr>
        <p:spPr>
          <a:xfrm>
            <a:off x="1619559" y="99282"/>
            <a:ext cx="1520752" cy="26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N Tokens</a:t>
            </a:r>
            <a:endParaRPr lang="zh-CN" altLang="en-US" sz="105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AC159AC-4403-22C6-6DA9-DA06F2C69A76}"/>
              </a:ext>
            </a:extLst>
          </p:cNvPr>
          <p:cNvGrpSpPr/>
          <p:nvPr/>
        </p:nvGrpSpPr>
        <p:grpSpPr>
          <a:xfrm>
            <a:off x="1028630" y="1369994"/>
            <a:ext cx="1878773" cy="310153"/>
            <a:chOff x="1912015" y="1520181"/>
            <a:chExt cx="1886143" cy="29527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81CC338-3BDF-B342-1AA6-E1DBC2E667C7}"/>
                </a:ext>
              </a:extLst>
            </p:cNvPr>
            <p:cNvSpPr/>
            <p:nvPr/>
          </p:nvSpPr>
          <p:spPr>
            <a:xfrm>
              <a:off x="1952432" y="1520181"/>
              <a:ext cx="1790697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924FB9B-E3B6-5BFD-8C05-C02640882F89}"/>
                </a:ext>
              </a:extLst>
            </p:cNvPr>
            <p:cNvSpPr txBox="1"/>
            <p:nvPr/>
          </p:nvSpPr>
          <p:spPr>
            <a:xfrm>
              <a:off x="1912015" y="1544708"/>
              <a:ext cx="1886143" cy="241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Embedding every token</a:t>
              </a:r>
              <a:endParaRPr lang="zh-CN" altLang="en-US" sz="1051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箭头: 下 33">
            <a:extLst>
              <a:ext uri="{FF2B5EF4-FFF2-40B4-BE49-F238E27FC236}">
                <a16:creationId xmlns:a16="http://schemas.microsoft.com/office/drawing/2014/main" id="{067F9B74-E50B-172B-62FA-BC1643D11EBD}"/>
              </a:ext>
            </a:extLst>
          </p:cNvPr>
          <p:cNvSpPr/>
          <p:nvPr/>
        </p:nvSpPr>
        <p:spPr>
          <a:xfrm>
            <a:off x="1820661" y="929553"/>
            <a:ext cx="279341" cy="4001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A6A35E-3CD1-0502-76C6-33E48807F617}"/>
              </a:ext>
            </a:extLst>
          </p:cNvPr>
          <p:cNvGrpSpPr/>
          <p:nvPr/>
        </p:nvGrpSpPr>
        <p:grpSpPr>
          <a:xfrm>
            <a:off x="966053" y="2143515"/>
            <a:ext cx="1988557" cy="910763"/>
            <a:chOff x="1892428" y="2145333"/>
            <a:chExt cx="1893163" cy="86707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C6EB83C-96B4-F4DD-1B15-D090D799CBA3}"/>
                </a:ext>
              </a:extLst>
            </p:cNvPr>
            <p:cNvSpPr/>
            <p:nvPr/>
          </p:nvSpPr>
          <p:spPr>
            <a:xfrm>
              <a:off x="1896993" y="2145333"/>
              <a:ext cx="1875665" cy="86707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82A6F5C-DF66-9970-6FE2-62885630627A}"/>
                </a:ext>
              </a:extLst>
            </p:cNvPr>
            <p:cNvCxnSpPr>
              <a:cxnSpLocks/>
            </p:cNvCxnSpPr>
            <p:nvPr/>
          </p:nvCxnSpPr>
          <p:spPr>
            <a:xfrm>
              <a:off x="1892428" y="2264395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1A40E9A7-E266-D090-D24F-6133FE7D4317}"/>
                </a:ext>
              </a:extLst>
            </p:cNvPr>
            <p:cNvCxnSpPr>
              <a:cxnSpLocks/>
            </p:cNvCxnSpPr>
            <p:nvPr/>
          </p:nvCxnSpPr>
          <p:spPr>
            <a:xfrm>
              <a:off x="1912021" y="2392983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7CE5171B-1327-CDE7-D793-ED20542F64B6}"/>
                </a:ext>
              </a:extLst>
            </p:cNvPr>
            <p:cNvCxnSpPr>
              <a:cxnSpLocks/>
            </p:cNvCxnSpPr>
            <p:nvPr/>
          </p:nvCxnSpPr>
          <p:spPr>
            <a:xfrm>
              <a:off x="1912021" y="2507282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C77E0614-C408-E7A5-ADF2-220E2EC22E33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93" y="2631108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8B2BE0D-200D-8556-535B-B6E6A76A9C4A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93" y="2750170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4CD09B72-3F33-F066-6F19-6569344537C9}"/>
                </a:ext>
              </a:extLst>
            </p:cNvPr>
            <p:cNvCxnSpPr>
              <a:cxnSpLocks/>
            </p:cNvCxnSpPr>
            <p:nvPr/>
          </p:nvCxnSpPr>
          <p:spPr>
            <a:xfrm>
              <a:off x="1899088" y="2873995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箭头: 下 44">
            <a:extLst>
              <a:ext uri="{FF2B5EF4-FFF2-40B4-BE49-F238E27FC236}">
                <a16:creationId xmlns:a16="http://schemas.microsoft.com/office/drawing/2014/main" id="{B338970D-A186-983C-7011-4FC7DB5D31FC}"/>
              </a:ext>
            </a:extLst>
          </p:cNvPr>
          <p:cNvSpPr/>
          <p:nvPr/>
        </p:nvSpPr>
        <p:spPr>
          <a:xfrm>
            <a:off x="1806059" y="1707414"/>
            <a:ext cx="279341" cy="4001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56666A-5653-3EFB-C21D-4358B78C02C4}"/>
              </a:ext>
            </a:extLst>
          </p:cNvPr>
          <p:cNvSpPr txBox="1"/>
          <p:nvPr/>
        </p:nvSpPr>
        <p:spPr>
          <a:xfrm>
            <a:off x="430877" y="2437252"/>
            <a:ext cx="460228" cy="31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7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1471"/>
          </a:p>
        </p:txBody>
      </p:sp>
      <p:sp>
        <p:nvSpPr>
          <p:cNvPr id="48" name="左大括号 47">
            <a:extLst>
              <a:ext uri="{FF2B5EF4-FFF2-40B4-BE49-F238E27FC236}">
                <a16:creationId xmlns:a16="http://schemas.microsoft.com/office/drawing/2014/main" id="{7F9495A8-494B-C11D-ABA8-A02C635C3D13}"/>
              </a:ext>
            </a:extLst>
          </p:cNvPr>
          <p:cNvSpPr/>
          <p:nvPr/>
        </p:nvSpPr>
        <p:spPr>
          <a:xfrm>
            <a:off x="704840" y="2146393"/>
            <a:ext cx="247625" cy="907885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CC83130-6870-86AB-7AA2-CC74FA2C4030}"/>
              </a:ext>
            </a:extLst>
          </p:cNvPr>
          <p:cNvSpPr txBox="1"/>
          <p:nvPr/>
        </p:nvSpPr>
        <p:spPr>
          <a:xfrm>
            <a:off x="2102002" y="1864135"/>
            <a:ext cx="1030511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60">
                <a:latin typeface="微软雅黑" panose="020B0503020204020204" pitchFamily="34" charset="-122"/>
                <a:ea typeface="微软雅黑" panose="020B0503020204020204" pitchFamily="34" charset="-122"/>
              </a:rPr>
              <a:t>d_model</a:t>
            </a:r>
            <a:endParaRPr lang="zh-CN" altLang="en-US" sz="126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3A9BB63-5FFC-7942-6F8C-1B941E33C70D}"/>
              </a:ext>
            </a:extLst>
          </p:cNvPr>
          <p:cNvGrpSpPr/>
          <p:nvPr/>
        </p:nvGrpSpPr>
        <p:grpSpPr>
          <a:xfrm>
            <a:off x="476315" y="3380269"/>
            <a:ext cx="782709" cy="302627"/>
            <a:chOff x="422277" y="3336802"/>
            <a:chExt cx="745161" cy="288110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5A22272-B25D-70F6-A644-DF1016CE51F0}"/>
                </a:ext>
              </a:extLst>
            </p:cNvPr>
            <p:cNvSpPr/>
            <p:nvPr/>
          </p:nvSpPr>
          <p:spPr>
            <a:xfrm>
              <a:off x="422277" y="3336802"/>
              <a:ext cx="745161" cy="2881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6839060-546A-1048-A7DC-1F4167B609FC}"/>
                </a:ext>
              </a:extLst>
            </p:cNvPr>
            <p:cNvSpPr txBox="1"/>
            <p:nvPr/>
          </p:nvSpPr>
          <p:spPr>
            <a:xfrm>
              <a:off x="575783" y="3358540"/>
              <a:ext cx="451771" cy="257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5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  <a:r>
                <a:rPr lang="en-US" altLang="zh-CN" sz="84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  <a:endParaRPr lang="zh-CN" altLang="en-US" sz="84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07FE16B7-2168-3D61-27B8-51E705C82E62}"/>
              </a:ext>
            </a:extLst>
          </p:cNvPr>
          <p:cNvGrpSpPr/>
          <p:nvPr/>
        </p:nvGrpSpPr>
        <p:grpSpPr>
          <a:xfrm>
            <a:off x="1556618" y="3389191"/>
            <a:ext cx="782709" cy="302627"/>
            <a:chOff x="1552574" y="3332040"/>
            <a:chExt cx="745161" cy="288110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5F3A9BD-170C-3AAF-0BCD-043C7A07E2BE}"/>
                </a:ext>
              </a:extLst>
            </p:cNvPr>
            <p:cNvSpPr/>
            <p:nvPr/>
          </p:nvSpPr>
          <p:spPr>
            <a:xfrm>
              <a:off x="1552574" y="3332040"/>
              <a:ext cx="745161" cy="2881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1961D189-C6DC-21B5-B2E8-F6691E886369}"/>
                </a:ext>
              </a:extLst>
            </p:cNvPr>
            <p:cNvSpPr txBox="1"/>
            <p:nvPr/>
          </p:nvSpPr>
          <p:spPr>
            <a:xfrm>
              <a:off x="1700492" y="3350053"/>
              <a:ext cx="464344" cy="257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5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  <a:r>
                <a:rPr lang="en-US" altLang="zh-CN" sz="84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84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AF4EB82-5B29-36B5-8BF1-13791730A5D7}"/>
              </a:ext>
            </a:extLst>
          </p:cNvPr>
          <p:cNvGrpSpPr/>
          <p:nvPr/>
        </p:nvGrpSpPr>
        <p:grpSpPr>
          <a:xfrm>
            <a:off x="2620659" y="3375169"/>
            <a:ext cx="782709" cy="302627"/>
            <a:chOff x="2659370" y="3332040"/>
            <a:chExt cx="745161" cy="288110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1250A83-8839-6458-CCFF-8E96E2DB1861}"/>
                </a:ext>
              </a:extLst>
            </p:cNvPr>
            <p:cNvSpPr/>
            <p:nvPr/>
          </p:nvSpPr>
          <p:spPr>
            <a:xfrm>
              <a:off x="2659370" y="3332040"/>
              <a:ext cx="745161" cy="2881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7008290-241F-3468-3979-2C9EFC6B712E}"/>
                </a:ext>
              </a:extLst>
            </p:cNvPr>
            <p:cNvSpPr txBox="1"/>
            <p:nvPr/>
          </p:nvSpPr>
          <p:spPr>
            <a:xfrm>
              <a:off x="2839786" y="3339645"/>
              <a:ext cx="491874" cy="257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5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  <a:r>
                <a:rPr lang="en-US" altLang="zh-CN" sz="84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endParaRPr lang="zh-CN" altLang="en-US" sz="84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8E8EF1A8-A369-AF21-AF8C-BCF8DDD404F9}"/>
              </a:ext>
            </a:extLst>
          </p:cNvPr>
          <p:cNvCxnSpPr>
            <a:cxnSpLocks/>
            <a:stCxn id="11" idx="2"/>
            <a:endCxn id="50" idx="0"/>
          </p:cNvCxnSpPr>
          <p:nvPr/>
        </p:nvCxnSpPr>
        <p:spPr>
          <a:xfrm flipH="1">
            <a:off x="867667" y="3054278"/>
            <a:ext cx="1088268" cy="325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A203628-6CFB-336A-4EA9-E9E39E81E576}"/>
              </a:ext>
            </a:extLst>
          </p:cNvPr>
          <p:cNvCxnSpPr>
            <a:cxnSpLocks/>
            <a:stCxn id="11" idx="2"/>
            <a:endCxn id="55" idx="0"/>
          </p:cNvCxnSpPr>
          <p:nvPr/>
        </p:nvCxnSpPr>
        <p:spPr>
          <a:xfrm flipH="1">
            <a:off x="1947972" y="3054279"/>
            <a:ext cx="7965" cy="334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A4C5534A-5EA9-9707-76B0-56B0EAC67B62}"/>
              </a:ext>
            </a:extLst>
          </p:cNvPr>
          <p:cNvCxnSpPr>
            <a:cxnSpLocks/>
            <a:stCxn id="11" idx="2"/>
            <a:endCxn id="54" idx="0"/>
          </p:cNvCxnSpPr>
          <p:nvPr/>
        </p:nvCxnSpPr>
        <p:spPr>
          <a:xfrm>
            <a:off x="1955938" y="3054276"/>
            <a:ext cx="1056076" cy="32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9A1B6A82-EB2F-91EF-F081-1FEEEAC10F83}"/>
              </a:ext>
            </a:extLst>
          </p:cNvPr>
          <p:cNvSpPr txBox="1"/>
          <p:nvPr/>
        </p:nvSpPr>
        <p:spPr>
          <a:xfrm>
            <a:off x="-17937" y="3084466"/>
            <a:ext cx="1967975" cy="2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[d_model, Embed_dim]</a:t>
            </a:r>
            <a:endParaRPr lang="zh-CN" altLang="en-US" sz="1051"/>
          </a:p>
        </p:txBody>
      </p:sp>
      <p:sp>
        <p:nvSpPr>
          <p:cNvPr id="81" name="箭头: 下 80">
            <a:extLst>
              <a:ext uri="{FF2B5EF4-FFF2-40B4-BE49-F238E27FC236}">
                <a16:creationId xmlns:a16="http://schemas.microsoft.com/office/drawing/2014/main" id="{15178B8E-33C2-3CF5-2476-EFC98618A43E}"/>
              </a:ext>
            </a:extLst>
          </p:cNvPr>
          <p:cNvSpPr/>
          <p:nvPr/>
        </p:nvSpPr>
        <p:spPr>
          <a:xfrm>
            <a:off x="763572" y="3700730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83" name="箭头: 下 82">
            <a:extLst>
              <a:ext uri="{FF2B5EF4-FFF2-40B4-BE49-F238E27FC236}">
                <a16:creationId xmlns:a16="http://schemas.microsoft.com/office/drawing/2014/main" id="{0741CB0F-525B-BE97-2BD0-4F728B3C5FA9}"/>
              </a:ext>
            </a:extLst>
          </p:cNvPr>
          <p:cNvSpPr/>
          <p:nvPr/>
        </p:nvSpPr>
        <p:spPr>
          <a:xfrm>
            <a:off x="1855237" y="3700730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84" name="箭头: 下 83">
            <a:extLst>
              <a:ext uri="{FF2B5EF4-FFF2-40B4-BE49-F238E27FC236}">
                <a16:creationId xmlns:a16="http://schemas.microsoft.com/office/drawing/2014/main" id="{987E3B55-264C-CA13-1E94-9F41A5611010}"/>
              </a:ext>
            </a:extLst>
          </p:cNvPr>
          <p:cNvSpPr/>
          <p:nvPr/>
        </p:nvSpPr>
        <p:spPr>
          <a:xfrm>
            <a:off x="2907405" y="3691814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7A0B782B-A684-0658-2C36-8BC93DD05765}"/>
              </a:ext>
            </a:extLst>
          </p:cNvPr>
          <p:cNvSpPr txBox="1"/>
          <p:nvPr/>
        </p:nvSpPr>
        <p:spPr>
          <a:xfrm>
            <a:off x="554658" y="4607557"/>
            <a:ext cx="520063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9ED7E30-1EE8-32FE-5E21-A12352DF820D}"/>
              </a:ext>
            </a:extLst>
          </p:cNvPr>
          <p:cNvSpPr txBox="1"/>
          <p:nvPr/>
        </p:nvSpPr>
        <p:spPr>
          <a:xfrm>
            <a:off x="1666614" y="4619647"/>
            <a:ext cx="520063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8CE2E2F7-A2E5-C245-D86D-02C2B81C4CA3}"/>
              </a:ext>
            </a:extLst>
          </p:cNvPr>
          <p:cNvSpPr txBox="1"/>
          <p:nvPr/>
        </p:nvSpPr>
        <p:spPr>
          <a:xfrm>
            <a:off x="2714014" y="4628561"/>
            <a:ext cx="520063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92B4459E-401D-B6B4-EF29-FE0EAF680507}"/>
              </a:ext>
            </a:extLst>
          </p:cNvPr>
          <p:cNvGrpSpPr/>
          <p:nvPr/>
        </p:nvGrpSpPr>
        <p:grpSpPr>
          <a:xfrm>
            <a:off x="423454" y="4033720"/>
            <a:ext cx="852349" cy="573841"/>
            <a:chOff x="568714" y="3992350"/>
            <a:chExt cx="811461" cy="546313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BCC5B76-7C5D-17B2-BA76-B5F45741922E}"/>
                </a:ext>
              </a:extLst>
            </p:cNvPr>
            <p:cNvSpPr/>
            <p:nvPr/>
          </p:nvSpPr>
          <p:spPr>
            <a:xfrm>
              <a:off x="578661" y="3992350"/>
              <a:ext cx="785540" cy="54631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DADF66A6-3F37-CE5A-0F0A-6B38D3DD0031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078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B8CA4619-7289-12F3-FEC4-EFB0738B76A2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17402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71C6B024-CA84-60B4-A2AB-17FF52035F13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265506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5BBEFE3A-5297-FCD7-2474-EB966A0CB712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369284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CB16FCBC-3B2B-917F-B97A-C55592A45ECD}"/>
                </a:ext>
              </a:extLst>
            </p:cNvPr>
            <p:cNvCxnSpPr>
              <a:cxnSpLocks/>
            </p:cNvCxnSpPr>
            <p:nvPr/>
          </p:nvCxnSpPr>
          <p:spPr>
            <a:xfrm>
              <a:off x="584689" y="4459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0B8D5258-1211-0769-AA0D-B8B076797A36}"/>
              </a:ext>
            </a:extLst>
          </p:cNvPr>
          <p:cNvGrpSpPr/>
          <p:nvPr/>
        </p:nvGrpSpPr>
        <p:grpSpPr>
          <a:xfrm>
            <a:off x="1492350" y="4054725"/>
            <a:ext cx="852349" cy="573841"/>
            <a:chOff x="568714" y="3992350"/>
            <a:chExt cx="811461" cy="546313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343B51A-5084-C5E0-6076-68CE0D386E63}"/>
                </a:ext>
              </a:extLst>
            </p:cNvPr>
            <p:cNvSpPr/>
            <p:nvPr/>
          </p:nvSpPr>
          <p:spPr>
            <a:xfrm>
              <a:off x="578661" y="3992350"/>
              <a:ext cx="785540" cy="54631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B237DAD-940F-46F1-BC15-4E72BC1FE655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078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3C77CCD9-40E0-B4D4-90C7-7A74644BE3C5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17402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EB7592BB-5171-2FA6-B5E7-CB41AF5B377C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265506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1E943829-9119-8F11-8A8B-D4195125E2E2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369284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DC54A890-FC12-5DC1-953E-5346189FE718}"/>
                </a:ext>
              </a:extLst>
            </p:cNvPr>
            <p:cNvCxnSpPr>
              <a:cxnSpLocks/>
            </p:cNvCxnSpPr>
            <p:nvPr/>
          </p:nvCxnSpPr>
          <p:spPr>
            <a:xfrm>
              <a:off x="584689" y="4459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6FE9512F-3947-9D85-5CE2-3B3271B2C4F1}"/>
              </a:ext>
            </a:extLst>
          </p:cNvPr>
          <p:cNvGrpSpPr/>
          <p:nvPr/>
        </p:nvGrpSpPr>
        <p:grpSpPr>
          <a:xfrm>
            <a:off x="2571695" y="4060175"/>
            <a:ext cx="852349" cy="573841"/>
            <a:chOff x="568714" y="3992350"/>
            <a:chExt cx="811461" cy="546313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C34B9FF5-E321-19BF-141A-1F7517939224}"/>
                </a:ext>
              </a:extLst>
            </p:cNvPr>
            <p:cNvSpPr/>
            <p:nvPr/>
          </p:nvSpPr>
          <p:spPr>
            <a:xfrm>
              <a:off x="578661" y="3992350"/>
              <a:ext cx="785540" cy="54631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316E9D48-E9B7-F5FC-33A8-D5A0F994CBEB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078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A386C10-16CF-214B-EF20-046A25E7AA36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17402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9D560657-0E17-AB24-D0AF-95F3451A8E69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265506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A96754CF-F74E-A49B-6DCC-9305C3845D48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369284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1CE1A546-9F74-82F9-E678-4EB330B3158F}"/>
                </a:ext>
              </a:extLst>
            </p:cNvPr>
            <p:cNvCxnSpPr>
              <a:cxnSpLocks/>
            </p:cNvCxnSpPr>
            <p:nvPr/>
          </p:nvCxnSpPr>
          <p:spPr>
            <a:xfrm>
              <a:off x="584689" y="4459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左大括号 113">
            <a:extLst>
              <a:ext uri="{FF2B5EF4-FFF2-40B4-BE49-F238E27FC236}">
                <a16:creationId xmlns:a16="http://schemas.microsoft.com/office/drawing/2014/main" id="{97C41A3B-9B0C-3B61-68FB-92186C631DF4}"/>
              </a:ext>
            </a:extLst>
          </p:cNvPr>
          <p:cNvSpPr/>
          <p:nvPr/>
        </p:nvSpPr>
        <p:spPr>
          <a:xfrm>
            <a:off x="273240" y="4037105"/>
            <a:ext cx="122883" cy="573841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E34B2F4-8DC8-DADC-97CD-F6D6D104076E}"/>
              </a:ext>
            </a:extLst>
          </p:cNvPr>
          <p:cNvSpPr txBox="1"/>
          <p:nvPr/>
        </p:nvSpPr>
        <p:spPr>
          <a:xfrm>
            <a:off x="17235" y="4202989"/>
            <a:ext cx="460228" cy="262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3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1103"/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0B11C58D-7B88-2779-8371-40B9D2F05FAC}"/>
              </a:ext>
            </a:extLst>
          </p:cNvPr>
          <p:cNvGrpSpPr/>
          <p:nvPr/>
        </p:nvGrpSpPr>
        <p:grpSpPr>
          <a:xfrm>
            <a:off x="17238" y="5009421"/>
            <a:ext cx="640316" cy="451984"/>
            <a:chOff x="4353304" y="2593866"/>
            <a:chExt cx="609599" cy="430302"/>
          </a:xfrm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0531424A-8213-C7C4-782D-2BD77BA0D665}"/>
                </a:ext>
              </a:extLst>
            </p:cNvPr>
            <p:cNvSpPr/>
            <p:nvPr/>
          </p:nvSpPr>
          <p:spPr>
            <a:xfrm>
              <a:off x="4353304" y="2593866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208AE865-FB7B-4247-08C4-0552556E0FF9}"/>
                </a:ext>
              </a:extLst>
            </p:cNvPr>
            <p:cNvSpPr/>
            <p:nvPr/>
          </p:nvSpPr>
          <p:spPr>
            <a:xfrm>
              <a:off x="4401118" y="2650669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D9250D01-8CC2-22BC-BA3B-8065DFA53EE2}"/>
                </a:ext>
              </a:extLst>
            </p:cNvPr>
            <p:cNvSpPr/>
            <p:nvPr/>
          </p:nvSpPr>
          <p:spPr>
            <a:xfrm>
              <a:off x="4448932" y="2707472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1F42C022-5A87-5313-EDF3-B6FC806EE3ED}"/>
              </a:ext>
            </a:extLst>
          </p:cNvPr>
          <p:cNvSpPr txBox="1"/>
          <p:nvPr/>
        </p:nvSpPr>
        <p:spPr>
          <a:xfrm>
            <a:off x="578031" y="6407013"/>
            <a:ext cx="2689754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 = Embed_dim / num_head</a:t>
            </a:r>
            <a:endParaRPr lang="zh-CN" altLang="en-US" sz="1051"/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C1363E3A-51D0-B3F3-A362-D4308531FD8C}"/>
              </a:ext>
            </a:extLst>
          </p:cNvPr>
          <p:cNvGrpSpPr/>
          <p:nvPr/>
        </p:nvGrpSpPr>
        <p:grpSpPr>
          <a:xfrm>
            <a:off x="992862" y="5016296"/>
            <a:ext cx="640316" cy="451984"/>
            <a:chOff x="4353304" y="2593866"/>
            <a:chExt cx="609599" cy="430302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16D09ACC-9C39-E7BE-6C2F-176EEB588BBC}"/>
                </a:ext>
              </a:extLst>
            </p:cNvPr>
            <p:cNvSpPr/>
            <p:nvPr/>
          </p:nvSpPr>
          <p:spPr>
            <a:xfrm>
              <a:off x="4353304" y="2593866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8E1FA18D-1B59-82C9-4BE8-588ACF33E399}"/>
                </a:ext>
              </a:extLst>
            </p:cNvPr>
            <p:cNvSpPr/>
            <p:nvPr/>
          </p:nvSpPr>
          <p:spPr>
            <a:xfrm>
              <a:off x="4401118" y="2650669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3660F56F-E756-A3F0-58A7-37F3CC60117E}"/>
                </a:ext>
              </a:extLst>
            </p:cNvPr>
            <p:cNvSpPr/>
            <p:nvPr/>
          </p:nvSpPr>
          <p:spPr>
            <a:xfrm>
              <a:off x="4448932" y="2707472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3BCD4D87-0E7F-7B87-E8E7-DA1AD3A24878}"/>
              </a:ext>
            </a:extLst>
          </p:cNvPr>
          <p:cNvGrpSpPr/>
          <p:nvPr/>
        </p:nvGrpSpPr>
        <p:grpSpPr>
          <a:xfrm>
            <a:off x="1910135" y="5009421"/>
            <a:ext cx="640316" cy="451984"/>
            <a:chOff x="4353304" y="2593866"/>
            <a:chExt cx="609599" cy="430302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6DA7CAB5-D318-2860-060C-21C6BA8496C9}"/>
                </a:ext>
              </a:extLst>
            </p:cNvPr>
            <p:cNvSpPr/>
            <p:nvPr/>
          </p:nvSpPr>
          <p:spPr>
            <a:xfrm>
              <a:off x="4353304" y="2593866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CFD6B253-175D-1337-DECD-FB31671EB80B}"/>
                </a:ext>
              </a:extLst>
            </p:cNvPr>
            <p:cNvSpPr/>
            <p:nvPr/>
          </p:nvSpPr>
          <p:spPr>
            <a:xfrm>
              <a:off x="4401118" y="2650669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96F47A88-4335-A05E-5621-FA3826DEF80C}"/>
                </a:ext>
              </a:extLst>
            </p:cNvPr>
            <p:cNvSpPr/>
            <p:nvPr/>
          </p:nvSpPr>
          <p:spPr>
            <a:xfrm>
              <a:off x="4448932" y="2707472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E5C3D1B2-C248-791B-837B-F2F22B87DB0A}"/>
              </a:ext>
            </a:extLst>
          </p:cNvPr>
          <p:cNvGrpSpPr/>
          <p:nvPr/>
        </p:nvGrpSpPr>
        <p:grpSpPr>
          <a:xfrm>
            <a:off x="2852591" y="5009421"/>
            <a:ext cx="640316" cy="451984"/>
            <a:chOff x="4353304" y="2593866"/>
            <a:chExt cx="609599" cy="430302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C162D99E-A692-B68E-7C6E-950EE3DF2B96}"/>
                </a:ext>
              </a:extLst>
            </p:cNvPr>
            <p:cNvSpPr/>
            <p:nvPr/>
          </p:nvSpPr>
          <p:spPr>
            <a:xfrm>
              <a:off x="4353304" y="2593866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F05CB25F-ED8F-75D8-DCBE-7A072E250CCF}"/>
                </a:ext>
              </a:extLst>
            </p:cNvPr>
            <p:cNvSpPr/>
            <p:nvPr/>
          </p:nvSpPr>
          <p:spPr>
            <a:xfrm>
              <a:off x="4401118" y="2650669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2E7A061C-9654-6D62-D739-78D5E3C9982E}"/>
                </a:ext>
              </a:extLst>
            </p:cNvPr>
            <p:cNvSpPr/>
            <p:nvPr/>
          </p:nvSpPr>
          <p:spPr>
            <a:xfrm>
              <a:off x="4448932" y="2707472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A6C65BB-C3D9-098C-D8F2-9DADA44B241A}"/>
              </a:ext>
            </a:extLst>
          </p:cNvPr>
          <p:cNvSpPr txBox="1"/>
          <p:nvPr/>
        </p:nvSpPr>
        <p:spPr>
          <a:xfrm>
            <a:off x="-18990" y="4796948"/>
            <a:ext cx="322507" cy="2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endParaRPr lang="zh-CN" altLang="en-US" sz="1051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1E17F772-BD20-D7CA-FC63-50AD4C767D44}"/>
              </a:ext>
            </a:extLst>
          </p:cNvPr>
          <p:cNvSpPr txBox="1"/>
          <p:nvPr/>
        </p:nvSpPr>
        <p:spPr>
          <a:xfrm>
            <a:off x="-88403" y="5430663"/>
            <a:ext cx="322507" cy="2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endParaRPr lang="zh-CN" altLang="en-US" sz="1051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6106C489-1A72-E872-4AB6-C3E2449DAD01}"/>
              </a:ext>
            </a:extLst>
          </p:cNvPr>
          <p:cNvSpPr txBox="1"/>
          <p:nvPr/>
        </p:nvSpPr>
        <p:spPr>
          <a:xfrm>
            <a:off x="228205" y="5438357"/>
            <a:ext cx="32250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endParaRPr lang="zh-CN" altLang="en-US" sz="1051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1FD0A323-FC95-8DDB-A22A-3E2FB3C196E2}"/>
              </a:ext>
            </a:extLst>
          </p:cNvPr>
          <p:cNvSpPr txBox="1"/>
          <p:nvPr/>
        </p:nvSpPr>
        <p:spPr>
          <a:xfrm>
            <a:off x="763571" y="5924119"/>
            <a:ext cx="225060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Every QKV head:  [N, head_dim]</a:t>
            </a:r>
            <a:endParaRPr lang="zh-CN" altLang="en-US" sz="1051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AA3521B5-9203-0516-4D6B-39F97442EEA0}"/>
              </a:ext>
            </a:extLst>
          </p:cNvPr>
          <p:cNvSpPr txBox="1"/>
          <p:nvPr/>
        </p:nvSpPr>
        <p:spPr>
          <a:xfrm>
            <a:off x="620029" y="3929028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Token1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9DD44DC1-C21F-465A-608F-CB0D36E35699}"/>
              </a:ext>
            </a:extLst>
          </p:cNvPr>
          <p:cNvSpPr txBox="1"/>
          <p:nvPr/>
        </p:nvSpPr>
        <p:spPr>
          <a:xfrm>
            <a:off x="1703082" y="3948806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Token1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6DB3F478-112B-A7BA-2B82-EA77ACCB5E07}"/>
              </a:ext>
            </a:extLst>
          </p:cNvPr>
          <p:cNvSpPr txBox="1"/>
          <p:nvPr/>
        </p:nvSpPr>
        <p:spPr>
          <a:xfrm>
            <a:off x="2786134" y="3961804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Token1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65DB57A4-F871-7E0A-0179-4C6F1FF1205F}"/>
              </a:ext>
            </a:extLst>
          </p:cNvPr>
          <p:cNvSpPr txBox="1"/>
          <p:nvPr/>
        </p:nvSpPr>
        <p:spPr>
          <a:xfrm>
            <a:off x="627687" y="4035866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Token2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02218AC9-9914-8912-8298-D0C30A6EB815}"/>
              </a:ext>
            </a:extLst>
          </p:cNvPr>
          <p:cNvSpPr txBox="1"/>
          <p:nvPr/>
        </p:nvSpPr>
        <p:spPr>
          <a:xfrm>
            <a:off x="1706559" y="4058341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Token2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11DEF7A3-139D-A16C-ED44-884341B4A58C}"/>
              </a:ext>
            </a:extLst>
          </p:cNvPr>
          <p:cNvSpPr txBox="1"/>
          <p:nvPr/>
        </p:nvSpPr>
        <p:spPr>
          <a:xfrm>
            <a:off x="2797639" y="4066224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Token2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C6F99C67-77F6-8694-1CA1-19AC5ADA9E24}"/>
              </a:ext>
            </a:extLst>
          </p:cNvPr>
          <p:cNvSpPr txBox="1"/>
          <p:nvPr/>
        </p:nvSpPr>
        <p:spPr>
          <a:xfrm>
            <a:off x="600455" y="4438827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TokenN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0E031848-222F-4E5E-0BF1-0111B5D3AC95}"/>
              </a:ext>
            </a:extLst>
          </p:cNvPr>
          <p:cNvSpPr txBox="1"/>
          <p:nvPr/>
        </p:nvSpPr>
        <p:spPr>
          <a:xfrm>
            <a:off x="1689581" y="4460508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TokenN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FF830357-BD11-EF46-7EF4-680898F1A750}"/>
              </a:ext>
            </a:extLst>
          </p:cNvPr>
          <p:cNvSpPr txBox="1"/>
          <p:nvPr/>
        </p:nvSpPr>
        <p:spPr>
          <a:xfrm>
            <a:off x="2766106" y="4469700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TokenN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67292462-99FD-0E0E-9CD2-168ADA41B3BE}"/>
              </a:ext>
            </a:extLst>
          </p:cNvPr>
          <p:cNvSpPr/>
          <p:nvPr/>
        </p:nvSpPr>
        <p:spPr>
          <a:xfrm>
            <a:off x="4824955" y="222517"/>
            <a:ext cx="908767" cy="5599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5C57D6BE-01A8-33F5-EB76-9A86BA6F16B3}"/>
              </a:ext>
            </a:extLst>
          </p:cNvPr>
          <p:cNvSpPr txBox="1"/>
          <p:nvPr/>
        </p:nvSpPr>
        <p:spPr>
          <a:xfrm>
            <a:off x="5007833" y="343749"/>
            <a:ext cx="5200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71" b="1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endParaRPr lang="zh-CN" altLang="en-US" sz="1471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箭头: 下 169">
            <a:extLst>
              <a:ext uri="{FF2B5EF4-FFF2-40B4-BE49-F238E27FC236}">
                <a16:creationId xmlns:a16="http://schemas.microsoft.com/office/drawing/2014/main" id="{7702A566-B1D9-019D-D564-7496B2EA0D9C}"/>
              </a:ext>
            </a:extLst>
          </p:cNvPr>
          <p:cNvSpPr/>
          <p:nvPr/>
        </p:nvSpPr>
        <p:spPr>
          <a:xfrm rot="11652446">
            <a:off x="4019676" y="742328"/>
            <a:ext cx="174616" cy="4489066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829C28B3-FA54-E67C-0A7C-3277E6D44C91}"/>
              </a:ext>
            </a:extLst>
          </p:cNvPr>
          <p:cNvSpPr txBox="1"/>
          <p:nvPr/>
        </p:nvSpPr>
        <p:spPr>
          <a:xfrm>
            <a:off x="3068496" y="3824779"/>
            <a:ext cx="97390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Embed_dim</a:t>
            </a:r>
            <a:endParaRPr lang="zh-CN" altLang="en-US" sz="1051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1CCFAAB-7FD7-2BFE-8E0F-37FBB26D3E1E}"/>
              </a:ext>
            </a:extLst>
          </p:cNvPr>
          <p:cNvSpPr txBox="1"/>
          <p:nvPr/>
        </p:nvSpPr>
        <p:spPr>
          <a:xfrm>
            <a:off x="2646673" y="2896808"/>
            <a:ext cx="1752070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Weight Matrix</a:t>
            </a:r>
          </a:p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(Fixed)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CEE891-1CEA-D2CB-B5DC-675D1107A941}"/>
              </a:ext>
            </a:extLst>
          </p:cNvPr>
          <p:cNvSpPr txBox="1"/>
          <p:nvPr/>
        </p:nvSpPr>
        <p:spPr>
          <a:xfrm>
            <a:off x="3153945" y="4628564"/>
            <a:ext cx="803001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Spilt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B1956EBF-4D43-8319-C138-13B4493D5744}"/>
              </a:ext>
            </a:extLst>
          </p:cNvPr>
          <p:cNvSpPr/>
          <p:nvPr/>
        </p:nvSpPr>
        <p:spPr>
          <a:xfrm rot="5400000">
            <a:off x="6205312" y="226646"/>
            <a:ext cx="908767" cy="5599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D385CE11-B843-8E44-CC96-BE9A33858F0E}"/>
              </a:ext>
            </a:extLst>
          </p:cNvPr>
          <p:cNvCxnSpPr>
            <a:cxnSpLocks/>
          </p:cNvCxnSpPr>
          <p:nvPr/>
        </p:nvCxnSpPr>
        <p:spPr>
          <a:xfrm flipH="1" flipV="1">
            <a:off x="4190854" y="17044"/>
            <a:ext cx="22724" cy="674428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BA2BD8E-EC2E-56F8-5DB7-19EE9CE059A3}"/>
              </a:ext>
            </a:extLst>
          </p:cNvPr>
          <p:cNvSpPr txBox="1"/>
          <p:nvPr/>
        </p:nvSpPr>
        <p:spPr>
          <a:xfrm>
            <a:off x="4547601" y="371664"/>
            <a:ext cx="46022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945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74FF4100-AE3B-2E6B-02F1-39C3024E9F0F}"/>
              </a:ext>
            </a:extLst>
          </p:cNvPr>
          <p:cNvSpPr txBox="1"/>
          <p:nvPr/>
        </p:nvSpPr>
        <p:spPr>
          <a:xfrm>
            <a:off x="4874858" y="-21955"/>
            <a:ext cx="1659126" cy="2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</a:t>
            </a:r>
            <a:endParaRPr lang="zh-CN" altLang="en-US" sz="1051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7FC4FCFA-46BC-C8C2-2CDD-AF4B1C6ABCFB}"/>
              </a:ext>
            </a:extLst>
          </p:cNvPr>
          <p:cNvSpPr txBox="1"/>
          <p:nvPr/>
        </p:nvSpPr>
        <p:spPr>
          <a:xfrm rot="5400000">
            <a:off x="5828667" y="407703"/>
            <a:ext cx="83902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</a:t>
            </a:r>
            <a:endParaRPr lang="zh-CN" altLang="en-US" sz="1051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C3C80298-6E1E-5A15-9CF9-CD72DE6CD2D0}"/>
              </a:ext>
            </a:extLst>
          </p:cNvPr>
          <p:cNvSpPr txBox="1"/>
          <p:nvPr/>
        </p:nvSpPr>
        <p:spPr>
          <a:xfrm>
            <a:off x="6709561" y="970369"/>
            <a:ext cx="46022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945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55E61A86-A05D-6955-F598-CC4CB6887B05}"/>
              </a:ext>
            </a:extLst>
          </p:cNvPr>
          <p:cNvSpPr txBox="1"/>
          <p:nvPr/>
        </p:nvSpPr>
        <p:spPr>
          <a:xfrm>
            <a:off x="6401288" y="353702"/>
            <a:ext cx="5200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71" b="1">
                <a:latin typeface="微软雅黑" panose="020B0503020204020204" pitchFamily="34" charset="-122"/>
                <a:ea typeface="微软雅黑" panose="020B0503020204020204" pitchFamily="34" charset="-122"/>
              </a:rPr>
              <a:t>KT</a:t>
            </a:r>
            <a:endParaRPr lang="zh-CN" altLang="en-US" sz="1471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EBCF82FE-CD70-F6D3-815B-2C463E70809C}"/>
              </a:ext>
            </a:extLst>
          </p:cNvPr>
          <p:cNvCxnSpPr>
            <a:cxnSpLocks/>
            <a:stCxn id="162" idx="2"/>
          </p:cNvCxnSpPr>
          <p:nvPr/>
        </p:nvCxnSpPr>
        <p:spPr>
          <a:xfrm>
            <a:off x="5279338" y="782475"/>
            <a:ext cx="0" cy="6460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B7777188-ABB9-4B3D-6282-1DC6E98C8CF8}"/>
              </a:ext>
            </a:extLst>
          </p:cNvPr>
          <p:cNvCxnSpPr>
            <a:cxnSpLocks/>
            <a:stCxn id="172" idx="3"/>
          </p:cNvCxnSpPr>
          <p:nvPr/>
        </p:nvCxnSpPr>
        <p:spPr>
          <a:xfrm>
            <a:off x="6659695" y="961013"/>
            <a:ext cx="0" cy="4674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70B2592D-FA8B-77B5-8508-D9AFAD0AC82D}"/>
              </a:ext>
            </a:extLst>
          </p:cNvPr>
          <p:cNvCxnSpPr>
            <a:cxnSpLocks/>
            <a:stCxn id="201" idx="3"/>
          </p:cNvCxnSpPr>
          <p:nvPr/>
        </p:nvCxnSpPr>
        <p:spPr>
          <a:xfrm flipH="1" flipV="1">
            <a:off x="5279339" y="1428499"/>
            <a:ext cx="533599" cy="10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5361F844-656F-42E0-1FC2-6B3539196F00}"/>
              </a:ext>
            </a:extLst>
          </p:cNvPr>
          <p:cNvCxnSpPr>
            <a:cxnSpLocks/>
            <a:endCxn id="201" idx="7"/>
          </p:cNvCxnSpPr>
          <p:nvPr/>
        </p:nvCxnSpPr>
        <p:spPr>
          <a:xfrm flipH="1">
            <a:off x="6051758" y="1418497"/>
            <a:ext cx="607943" cy="89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0635DCB9-6D14-7B5B-05BA-A774CF8CBAD8}"/>
              </a:ext>
            </a:extLst>
          </p:cNvPr>
          <p:cNvGrpSpPr/>
          <p:nvPr/>
        </p:nvGrpSpPr>
        <p:grpSpPr>
          <a:xfrm rot="2669972">
            <a:off x="5812936" y="1309089"/>
            <a:ext cx="238824" cy="238824"/>
            <a:chOff x="4759072" y="2158645"/>
            <a:chExt cx="227368" cy="227368"/>
          </a:xfrm>
        </p:grpSpPr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09FE7EF3-BFA7-B95F-76B6-3A4A43FDFDEA}"/>
                </a:ext>
              </a:extLst>
            </p:cNvPr>
            <p:cNvSpPr/>
            <p:nvPr/>
          </p:nvSpPr>
          <p:spPr>
            <a:xfrm>
              <a:off x="4759072" y="2158645"/>
              <a:ext cx="227368" cy="2273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A9078FD8-657A-7530-D676-BBF88F6E27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9072" y="2272329"/>
              <a:ext cx="2259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2EDEA7A5-A228-AB58-1B9C-FBBED6476A43}"/>
                </a:ext>
              </a:extLst>
            </p:cNvPr>
            <p:cNvCxnSpPr>
              <a:cxnSpLocks/>
              <a:stCxn id="201" idx="0"/>
            </p:cNvCxnSpPr>
            <p:nvPr/>
          </p:nvCxnSpPr>
          <p:spPr>
            <a:xfrm flipH="1">
              <a:off x="4867071" y="2158645"/>
              <a:ext cx="5685" cy="2202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51F85699-F898-9255-A74B-3807D6FB425C}"/>
              </a:ext>
            </a:extLst>
          </p:cNvPr>
          <p:cNvCxnSpPr>
            <a:cxnSpLocks/>
          </p:cNvCxnSpPr>
          <p:nvPr/>
        </p:nvCxnSpPr>
        <p:spPr>
          <a:xfrm>
            <a:off x="4945437" y="1418496"/>
            <a:ext cx="0" cy="3542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矩形 211">
            <a:extLst>
              <a:ext uri="{FF2B5EF4-FFF2-40B4-BE49-F238E27FC236}">
                <a16:creationId xmlns:a16="http://schemas.microsoft.com/office/drawing/2014/main" id="{2CD60C86-7B3E-29F0-6C2D-5323774C2591}"/>
              </a:ext>
            </a:extLst>
          </p:cNvPr>
          <p:cNvSpPr/>
          <p:nvPr/>
        </p:nvSpPr>
        <p:spPr>
          <a:xfrm>
            <a:off x="4637905" y="1772750"/>
            <a:ext cx="576679" cy="5599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EADCEFB0-F573-F5E3-650C-763EE805CEF7}"/>
              </a:ext>
            </a:extLst>
          </p:cNvPr>
          <p:cNvSpPr txBox="1"/>
          <p:nvPr/>
        </p:nvSpPr>
        <p:spPr>
          <a:xfrm>
            <a:off x="4407789" y="1957251"/>
            <a:ext cx="46022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945"/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3598014A-A8F3-0315-EE9E-D61C1C10891D}"/>
              </a:ext>
            </a:extLst>
          </p:cNvPr>
          <p:cNvSpPr txBox="1"/>
          <p:nvPr/>
        </p:nvSpPr>
        <p:spPr>
          <a:xfrm>
            <a:off x="4637909" y="1582662"/>
            <a:ext cx="193491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945"/>
          </a:p>
        </p:txBody>
      </p: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B84C017E-34FE-1DAB-7F82-B568F5DAFB8A}"/>
              </a:ext>
            </a:extLst>
          </p:cNvPr>
          <p:cNvCxnSpPr>
            <a:cxnSpLocks/>
          </p:cNvCxnSpPr>
          <p:nvPr/>
        </p:nvCxnSpPr>
        <p:spPr>
          <a:xfrm>
            <a:off x="5235648" y="2051004"/>
            <a:ext cx="48679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文本框 219">
            <a:extLst>
              <a:ext uri="{FF2B5EF4-FFF2-40B4-BE49-F238E27FC236}">
                <a16:creationId xmlns:a16="http://schemas.microsoft.com/office/drawing/2014/main" id="{7B160E46-54FB-5790-0E88-2E33AD282929}"/>
              </a:ext>
            </a:extLst>
          </p:cNvPr>
          <p:cNvSpPr txBox="1"/>
          <p:nvPr/>
        </p:nvSpPr>
        <p:spPr>
          <a:xfrm>
            <a:off x="5227310" y="1836019"/>
            <a:ext cx="698932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endParaRPr lang="zh-CN" altLang="en-US" sz="945"/>
          </a:p>
        </p:txBody>
      </p: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0FA8FCFA-AC8F-1972-E574-9188BAB1945E}"/>
              </a:ext>
            </a:extLst>
          </p:cNvPr>
          <p:cNvGrpSpPr/>
          <p:nvPr/>
        </p:nvGrpSpPr>
        <p:grpSpPr>
          <a:xfrm>
            <a:off x="5540234" y="1553728"/>
            <a:ext cx="804239" cy="778984"/>
            <a:chOff x="6396697" y="1633036"/>
            <a:chExt cx="765659" cy="741616"/>
          </a:xfrm>
        </p:grpSpPr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F7DCF8C5-9A61-DA21-D6AD-7A61A9278056}"/>
                </a:ext>
              </a:extLst>
            </p:cNvPr>
            <p:cNvSpPr/>
            <p:nvPr/>
          </p:nvSpPr>
          <p:spPr>
            <a:xfrm>
              <a:off x="6613340" y="1841555"/>
              <a:ext cx="549016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F1B29D43-0956-27BD-6FC3-DCA9E4140447}"/>
                </a:ext>
              </a:extLst>
            </p:cNvPr>
            <p:cNvSpPr txBox="1"/>
            <p:nvPr/>
          </p:nvSpPr>
          <p:spPr>
            <a:xfrm>
              <a:off x="6754899" y="1633036"/>
              <a:ext cx="184211" cy="226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45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sz="945"/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53E90090-CF27-19B0-8C53-25786FA4D956}"/>
                </a:ext>
              </a:extLst>
            </p:cNvPr>
            <p:cNvSpPr txBox="1"/>
            <p:nvPr/>
          </p:nvSpPr>
          <p:spPr>
            <a:xfrm>
              <a:off x="6396697" y="2132622"/>
              <a:ext cx="184211" cy="226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45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sz="945"/>
            </a:p>
          </p:txBody>
        </p:sp>
      </p:grp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39EF373E-671A-F53D-7E4E-B1CF0861D3AE}"/>
              </a:ext>
            </a:extLst>
          </p:cNvPr>
          <p:cNvGrpSpPr/>
          <p:nvPr/>
        </p:nvGrpSpPr>
        <p:grpSpPr>
          <a:xfrm>
            <a:off x="6659691" y="1553726"/>
            <a:ext cx="805076" cy="801332"/>
            <a:chOff x="6395900" y="1633036"/>
            <a:chExt cx="766456" cy="762891"/>
          </a:xfrm>
        </p:grpSpPr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054031B2-6699-C88A-99AA-3AA28C14AD35}"/>
                </a:ext>
              </a:extLst>
            </p:cNvPr>
            <p:cNvSpPr/>
            <p:nvPr/>
          </p:nvSpPr>
          <p:spPr>
            <a:xfrm>
              <a:off x="6613340" y="1841555"/>
              <a:ext cx="549016" cy="53309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D9A7097C-0CCB-B421-C67B-973F19281E3A}"/>
                </a:ext>
              </a:extLst>
            </p:cNvPr>
            <p:cNvSpPr txBox="1"/>
            <p:nvPr/>
          </p:nvSpPr>
          <p:spPr>
            <a:xfrm>
              <a:off x="6754899" y="1633036"/>
              <a:ext cx="184211" cy="2263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45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sz="945"/>
            </a:p>
          </p:txBody>
        </p: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633A4C95-FFEA-7EBB-FDA7-A8DD17A54874}"/>
                </a:ext>
              </a:extLst>
            </p:cNvPr>
            <p:cNvSpPr txBox="1"/>
            <p:nvPr/>
          </p:nvSpPr>
          <p:spPr>
            <a:xfrm>
              <a:off x="6395900" y="2169576"/>
              <a:ext cx="184211" cy="2263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45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sz="945"/>
            </a:p>
          </p:txBody>
        </p:sp>
      </p:grp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7ACACD4D-5E6F-F4B9-8C1A-93BFC9095B28}"/>
              </a:ext>
            </a:extLst>
          </p:cNvPr>
          <p:cNvCxnSpPr>
            <a:cxnSpLocks/>
          </p:cNvCxnSpPr>
          <p:nvPr/>
        </p:nvCxnSpPr>
        <p:spPr>
          <a:xfrm flipH="1" flipV="1">
            <a:off x="4947783" y="1427455"/>
            <a:ext cx="533599" cy="10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92BE8C0D-8EE5-DE92-6017-3535D444F3F7}"/>
              </a:ext>
            </a:extLst>
          </p:cNvPr>
          <p:cNvSpPr txBox="1"/>
          <p:nvPr/>
        </p:nvSpPr>
        <p:spPr>
          <a:xfrm>
            <a:off x="6280690" y="1808540"/>
            <a:ext cx="698932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endParaRPr lang="zh-CN" altLang="en-US" sz="945"/>
          </a:p>
        </p:txBody>
      </p: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8BA05F6C-0B25-562F-8837-1D7E20FF1F14}"/>
              </a:ext>
            </a:extLst>
          </p:cNvPr>
          <p:cNvCxnSpPr>
            <a:cxnSpLocks/>
          </p:cNvCxnSpPr>
          <p:nvPr/>
        </p:nvCxnSpPr>
        <p:spPr>
          <a:xfrm>
            <a:off x="6377498" y="2051004"/>
            <a:ext cx="48591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246CBD13-9E63-24DF-667C-4ADE81232E0D}"/>
              </a:ext>
            </a:extLst>
          </p:cNvPr>
          <p:cNvGrpSpPr/>
          <p:nvPr/>
        </p:nvGrpSpPr>
        <p:grpSpPr>
          <a:xfrm>
            <a:off x="4632654" y="2564111"/>
            <a:ext cx="711658" cy="778985"/>
            <a:chOff x="6613340" y="1633036"/>
            <a:chExt cx="677519" cy="741616"/>
          </a:xfrm>
        </p:grpSpPr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09C89B9E-961B-B418-12F6-AF4D9C110523}"/>
                </a:ext>
              </a:extLst>
            </p:cNvPr>
            <p:cNvSpPr/>
            <p:nvPr/>
          </p:nvSpPr>
          <p:spPr>
            <a:xfrm>
              <a:off x="6613340" y="1841555"/>
              <a:ext cx="549016" cy="53309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54" name="文本框 253">
              <a:extLst>
                <a:ext uri="{FF2B5EF4-FFF2-40B4-BE49-F238E27FC236}">
                  <a16:creationId xmlns:a16="http://schemas.microsoft.com/office/drawing/2014/main" id="{3CA1E2F5-B5BB-7EAB-31AB-EEE7C8BAFA29}"/>
                </a:ext>
              </a:extLst>
            </p:cNvPr>
            <p:cNvSpPr txBox="1"/>
            <p:nvPr/>
          </p:nvSpPr>
          <p:spPr>
            <a:xfrm>
              <a:off x="6754899" y="1633036"/>
              <a:ext cx="184211" cy="2263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45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sz="945"/>
            </a:p>
          </p:txBody>
        </p:sp>
        <p:sp>
          <p:nvSpPr>
            <p:cNvPr id="255" name="文本框 254">
              <a:extLst>
                <a:ext uri="{FF2B5EF4-FFF2-40B4-BE49-F238E27FC236}">
                  <a16:creationId xmlns:a16="http://schemas.microsoft.com/office/drawing/2014/main" id="{9D26D346-4807-15F2-6619-1BD65E428366}"/>
                </a:ext>
              </a:extLst>
            </p:cNvPr>
            <p:cNvSpPr txBox="1"/>
            <p:nvPr/>
          </p:nvSpPr>
          <p:spPr>
            <a:xfrm>
              <a:off x="7106648" y="1993964"/>
              <a:ext cx="184211" cy="2263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45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sz="945"/>
            </a:p>
          </p:txBody>
        </p:sp>
      </p:grpSp>
      <p:sp>
        <p:nvSpPr>
          <p:cNvPr id="256" name="矩形 255">
            <a:extLst>
              <a:ext uri="{FF2B5EF4-FFF2-40B4-BE49-F238E27FC236}">
                <a16:creationId xmlns:a16="http://schemas.microsoft.com/office/drawing/2014/main" id="{535F4918-44A0-CF0C-1A30-C135FC974E0A}"/>
              </a:ext>
            </a:extLst>
          </p:cNvPr>
          <p:cNvSpPr/>
          <p:nvPr/>
        </p:nvSpPr>
        <p:spPr>
          <a:xfrm>
            <a:off x="5828697" y="2783135"/>
            <a:ext cx="908767" cy="5599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8227ABC4-419F-D62A-69BF-7EAA6C9AC9D0}"/>
              </a:ext>
            </a:extLst>
          </p:cNvPr>
          <p:cNvSpPr txBox="1"/>
          <p:nvPr/>
        </p:nvSpPr>
        <p:spPr>
          <a:xfrm>
            <a:off x="6020661" y="2922823"/>
            <a:ext cx="5200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71" b="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endParaRPr lang="zh-CN" altLang="en-US" sz="1471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DB4B3F1E-4000-F4A5-EC09-A8D1469A4DF8}"/>
              </a:ext>
            </a:extLst>
          </p:cNvPr>
          <p:cNvSpPr txBox="1"/>
          <p:nvPr/>
        </p:nvSpPr>
        <p:spPr>
          <a:xfrm>
            <a:off x="5593798" y="2919484"/>
            <a:ext cx="46022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945"/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479F28C1-A08B-9669-3A6F-F6176FE28EF2}"/>
              </a:ext>
            </a:extLst>
          </p:cNvPr>
          <p:cNvSpPr txBox="1"/>
          <p:nvPr/>
        </p:nvSpPr>
        <p:spPr>
          <a:xfrm>
            <a:off x="5885579" y="2524507"/>
            <a:ext cx="90876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</a:t>
            </a:r>
            <a:endParaRPr lang="zh-CN" altLang="en-US" sz="1051"/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499055EE-20DA-5644-EE53-93D54CBB7E7F}"/>
              </a:ext>
            </a:extLst>
          </p:cNvPr>
          <p:cNvGrpSpPr/>
          <p:nvPr/>
        </p:nvGrpSpPr>
        <p:grpSpPr>
          <a:xfrm rot="2669972">
            <a:off x="5399918" y="3471848"/>
            <a:ext cx="238824" cy="238824"/>
            <a:chOff x="4759072" y="2158645"/>
            <a:chExt cx="227368" cy="227368"/>
          </a:xfrm>
        </p:grpSpPr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026512D5-AA92-EF18-C9C8-FDE7950EAC6F}"/>
                </a:ext>
              </a:extLst>
            </p:cNvPr>
            <p:cNvSpPr/>
            <p:nvPr/>
          </p:nvSpPr>
          <p:spPr>
            <a:xfrm>
              <a:off x="4759072" y="2158645"/>
              <a:ext cx="227368" cy="2273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2E6CB85B-50A5-3774-8705-00044BCB59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9072" y="2272329"/>
              <a:ext cx="2259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A971FDAF-C0E6-022C-82BD-FD782BC7B649}"/>
                </a:ext>
              </a:extLst>
            </p:cNvPr>
            <p:cNvCxnSpPr>
              <a:cxnSpLocks/>
              <a:stCxn id="262" idx="0"/>
            </p:cNvCxnSpPr>
            <p:nvPr/>
          </p:nvCxnSpPr>
          <p:spPr>
            <a:xfrm flipH="1">
              <a:off x="4867071" y="2158645"/>
              <a:ext cx="5685" cy="2202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B318C0FE-853F-3625-E700-BE9DE47D5C33}"/>
              </a:ext>
            </a:extLst>
          </p:cNvPr>
          <p:cNvCxnSpPr>
            <a:cxnSpLocks/>
          </p:cNvCxnSpPr>
          <p:nvPr/>
        </p:nvCxnSpPr>
        <p:spPr>
          <a:xfrm flipH="1">
            <a:off x="4874858" y="3599573"/>
            <a:ext cx="517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546E37D5-6E22-956C-5759-E7959F25FE8A}"/>
              </a:ext>
            </a:extLst>
          </p:cNvPr>
          <p:cNvCxnSpPr>
            <a:cxnSpLocks/>
          </p:cNvCxnSpPr>
          <p:nvPr/>
        </p:nvCxnSpPr>
        <p:spPr>
          <a:xfrm flipH="1">
            <a:off x="5647383" y="3599572"/>
            <a:ext cx="595134" cy="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F258AF1D-8C44-546C-2E9C-A379590904F4}"/>
              </a:ext>
            </a:extLst>
          </p:cNvPr>
          <p:cNvCxnSpPr>
            <a:cxnSpLocks/>
          </p:cNvCxnSpPr>
          <p:nvPr/>
        </p:nvCxnSpPr>
        <p:spPr>
          <a:xfrm flipV="1">
            <a:off x="6242515" y="3343096"/>
            <a:ext cx="0" cy="2564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E735F5C3-517C-A45A-5FA3-86583DD8F64C}"/>
              </a:ext>
            </a:extLst>
          </p:cNvPr>
          <p:cNvCxnSpPr>
            <a:cxnSpLocks/>
          </p:cNvCxnSpPr>
          <p:nvPr/>
        </p:nvCxnSpPr>
        <p:spPr>
          <a:xfrm flipV="1">
            <a:off x="4883119" y="3343094"/>
            <a:ext cx="0" cy="2564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箭头连接符 274">
            <a:extLst>
              <a:ext uri="{FF2B5EF4-FFF2-40B4-BE49-F238E27FC236}">
                <a16:creationId xmlns:a16="http://schemas.microsoft.com/office/drawing/2014/main" id="{57A00F8F-4EDF-5666-34AD-FC1FA1DD574B}"/>
              </a:ext>
            </a:extLst>
          </p:cNvPr>
          <p:cNvCxnSpPr>
            <a:cxnSpLocks/>
          </p:cNvCxnSpPr>
          <p:nvPr/>
        </p:nvCxnSpPr>
        <p:spPr>
          <a:xfrm>
            <a:off x="5527893" y="3723864"/>
            <a:ext cx="0" cy="2379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矩形 276">
            <a:extLst>
              <a:ext uri="{FF2B5EF4-FFF2-40B4-BE49-F238E27FC236}">
                <a16:creationId xmlns:a16="http://schemas.microsoft.com/office/drawing/2014/main" id="{A96F880C-31A1-E0F1-5C94-9D5825AA4B8E}"/>
              </a:ext>
            </a:extLst>
          </p:cNvPr>
          <p:cNvSpPr/>
          <p:nvPr/>
        </p:nvSpPr>
        <p:spPr>
          <a:xfrm>
            <a:off x="5084988" y="3997305"/>
            <a:ext cx="908767" cy="4043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F7CEED91-B3AB-0D96-639E-1D602809B8EA}"/>
              </a:ext>
            </a:extLst>
          </p:cNvPr>
          <p:cNvSpPr txBox="1"/>
          <p:nvPr/>
        </p:nvSpPr>
        <p:spPr>
          <a:xfrm>
            <a:off x="5279731" y="4050599"/>
            <a:ext cx="5200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71" b="1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endParaRPr lang="zh-CN" altLang="en-US" sz="1471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8" name="组合 287">
            <a:extLst>
              <a:ext uri="{FF2B5EF4-FFF2-40B4-BE49-F238E27FC236}">
                <a16:creationId xmlns:a16="http://schemas.microsoft.com/office/drawing/2014/main" id="{EE8148B4-65B0-3FD3-01C6-EA80554A6FF2}"/>
              </a:ext>
            </a:extLst>
          </p:cNvPr>
          <p:cNvGrpSpPr/>
          <p:nvPr/>
        </p:nvGrpSpPr>
        <p:grpSpPr>
          <a:xfrm>
            <a:off x="4460070" y="4710661"/>
            <a:ext cx="2638683" cy="330740"/>
            <a:chOff x="4673099" y="4787826"/>
            <a:chExt cx="2512102" cy="533099"/>
          </a:xfrm>
        </p:grpSpPr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9637048A-4786-A309-C6BB-C136A7706C80}"/>
                </a:ext>
              </a:extLst>
            </p:cNvPr>
            <p:cNvSpPr/>
            <p:nvPr/>
          </p:nvSpPr>
          <p:spPr>
            <a:xfrm>
              <a:off x="4673099" y="4787828"/>
              <a:ext cx="624157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B3E757B8-8550-67CA-9924-32478E0C2179}"/>
                </a:ext>
              </a:extLst>
            </p:cNvPr>
            <p:cNvSpPr/>
            <p:nvPr/>
          </p:nvSpPr>
          <p:spPr>
            <a:xfrm>
              <a:off x="5301422" y="4787827"/>
              <a:ext cx="624157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A7C1295B-31A2-FFF6-B2AF-5AB045BF1810}"/>
                </a:ext>
              </a:extLst>
            </p:cNvPr>
            <p:cNvSpPr/>
            <p:nvPr/>
          </p:nvSpPr>
          <p:spPr>
            <a:xfrm>
              <a:off x="5931233" y="4787826"/>
              <a:ext cx="624157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15E5E224-A511-08DC-8B39-46606DB60B8E}"/>
                </a:ext>
              </a:extLst>
            </p:cNvPr>
            <p:cNvSpPr/>
            <p:nvPr/>
          </p:nvSpPr>
          <p:spPr>
            <a:xfrm>
              <a:off x="6561044" y="4787826"/>
              <a:ext cx="624157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sp>
        <p:nvSpPr>
          <p:cNvPr id="284" name="文本框 283">
            <a:extLst>
              <a:ext uri="{FF2B5EF4-FFF2-40B4-BE49-F238E27FC236}">
                <a16:creationId xmlns:a16="http://schemas.microsoft.com/office/drawing/2014/main" id="{03982415-6451-8FEF-F3D8-4D83D41B0291}"/>
              </a:ext>
            </a:extLst>
          </p:cNvPr>
          <p:cNvSpPr txBox="1"/>
          <p:nvPr/>
        </p:nvSpPr>
        <p:spPr>
          <a:xfrm>
            <a:off x="5965499" y="4414745"/>
            <a:ext cx="1752070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355E0405-5AB8-1A91-91A1-45908560008D}"/>
              </a:ext>
            </a:extLst>
          </p:cNvPr>
          <p:cNvSpPr txBox="1"/>
          <p:nvPr/>
        </p:nvSpPr>
        <p:spPr>
          <a:xfrm>
            <a:off x="4835940" y="4075828"/>
            <a:ext cx="193491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945"/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93FA36CD-E11A-12AC-A2BC-E462F49DE144}"/>
              </a:ext>
            </a:extLst>
          </p:cNvPr>
          <p:cNvSpPr txBox="1"/>
          <p:nvPr/>
        </p:nvSpPr>
        <p:spPr>
          <a:xfrm>
            <a:off x="5603547" y="3765035"/>
            <a:ext cx="90876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</a:t>
            </a:r>
            <a:endParaRPr lang="zh-CN" altLang="en-US" sz="1051"/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30C6BAE0-F74C-3A59-4627-A7BCC663FA4B}"/>
              </a:ext>
            </a:extLst>
          </p:cNvPr>
          <p:cNvSpPr txBox="1"/>
          <p:nvPr/>
        </p:nvSpPr>
        <p:spPr>
          <a:xfrm>
            <a:off x="4238246" y="4770842"/>
            <a:ext cx="193491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945"/>
          </a:p>
        </p:txBody>
      </p:sp>
      <p:cxnSp>
        <p:nvCxnSpPr>
          <p:cNvPr id="289" name="直接箭头连接符 288">
            <a:extLst>
              <a:ext uri="{FF2B5EF4-FFF2-40B4-BE49-F238E27FC236}">
                <a16:creationId xmlns:a16="http://schemas.microsoft.com/office/drawing/2014/main" id="{E71FF056-70EF-D1CC-E47D-569463E9640C}"/>
              </a:ext>
            </a:extLst>
          </p:cNvPr>
          <p:cNvCxnSpPr>
            <a:cxnSpLocks/>
          </p:cNvCxnSpPr>
          <p:nvPr/>
        </p:nvCxnSpPr>
        <p:spPr>
          <a:xfrm>
            <a:off x="5534232" y="4446878"/>
            <a:ext cx="0" cy="2379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文本框 289">
            <a:extLst>
              <a:ext uri="{FF2B5EF4-FFF2-40B4-BE49-F238E27FC236}">
                <a16:creationId xmlns:a16="http://schemas.microsoft.com/office/drawing/2014/main" id="{0BEE6EF0-8B96-32C5-1DFD-97FF60E2258B}"/>
              </a:ext>
            </a:extLst>
          </p:cNvPr>
          <p:cNvSpPr txBox="1"/>
          <p:nvPr/>
        </p:nvSpPr>
        <p:spPr>
          <a:xfrm>
            <a:off x="5614764" y="4445963"/>
            <a:ext cx="97390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Embed_dim</a:t>
            </a:r>
            <a:endParaRPr lang="zh-CN" altLang="en-US" sz="1051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B3EADDD6-CAAF-6D00-24CF-CA9DD522A3F7}"/>
              </a:ext>
            </a:extLst>
          </p:cNvPr>
          <p:cNvSpPr txBox="1"/>
          <p:nvPr/>
        </p:nvSpPr>
        <p:spPr>
          <a:xfrm>
            <a:off x="5647383" y="5090729"/>
            <a:ext cx="1919666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Linear : FFN, ADD,NORM</a:t>
            </a:r>
            <a:endParaRPr lang="zh-CN" altLang="en-US" sz="1051"/>
          </a:p>
        </p:txBody>
      </p:sp>
      <p:cxnSp>
        <p:nvCxnSpPr>
          <p:cNvPr id="292" name="直接箭头连接符 291">
            <a:extLst>
              <a:ext uri="{FF2B5EF4-FFF2-40B4-BE49-F238E27FC236}">
                <a16:creationId xmlns:a16="http://schemas.microsoft.com/office/drawing/2014/main" id="{529E652E-7CFF-4A5F-F9F5-DA4BFEE965E2}"/>
              </a:ext>
            </a:extLst>
          </p:cNvPr>
          <p:cNvCxnSpPr>
            <a:cxnSpLocks/>
          </p:cNvCxnSpPr>
          <p:nvPr/>
        </p:nvCxnSpPr>
        <p:spPr>
          <a:xfrm>
            <a:off x="5539371" y="5058686"/>
            <a:ext cx="0" cy="2885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矩形 300">
            <a:extLst>
              <a:ext uri="{FF2B5EF4-FFF2-40B4-BE49-F238E27FC236}">
                <a16:creationId xmlns:a16="http://schemas.microsoft.com/office/drawing/2014/main" id="{29A5488C-B837-FA4B-0695-0D0729AAA471}"/>
              </a:ext>
            </a:extLst>
          </p:cNvPr>
          <p:cNvSpPr/>
          <p:nvPr/>
        </p:nvSpPr>
        <p:spPr>
          <a:xfrm>
            <a:off x="4432828" y="5359683"/>
            <a:ext cx="2648928" cy="4109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FFF55318-229D-37D9-00BA-2DCDB17F3971}"/>
              </a:ext>
            </a:extLst>
          </p:cNvPr>
          <p:cNvSpPr/>
          <p:nvPr/>
        </p:nvSpPr>
        <p:spPr>
          <a:xfrm>
            <a:off x="4434199" y="5690770"/>
            <a:ext cx="2648928" cy="79879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0A680C65-8EC5-CD98-45E9-4BB5771D4EE7}"/>
              </a:ext>
            </a:extLst>
          </p:cNvPr>
          <p:cNvSpPr txBox="1"/>
          <p:nvPr/>
        </p:nvSpPr>
        <p:spPr>
          <a:xfrm>
            <a:off x="4838696" y="5797097"/>
            <a:ext cx="2175092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get last token hidden state</a:t>
            </a:r>
            <a:endParaRPr lang="zh-CN" altLang="en-US" sz="1051"/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D034F8DF-9706-6890-97E8-763A3AB57504}"/>
              </a:ext>
            </a:extLst>
          </p:cNvPr>
          <p:cNvSpPr/>
          <p:nvPr/>
        </p:nvSpPr>
        <p:spPr>
          <a:xfrm>
            <a:off x="4362029" y="6120285"/>
            <a:ext cx="614231" cy="94166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53750CEB-CFC7-6E47-F1CC-64449020B1B7}"/>
              </a:ext>
            </a:extLst>
          </p:cNvPr>
          <p:cNvSpPr/>
          <p:nvPr/>
        </p:nvSpPr>
        <p:spPr>
          <a:xfrm>
            <a:off x="5342588" y="6040346"/>
            <a:ext cx="832777" cy="4109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grpSp>
        <p:nvGrpSpPr>
          <p:cNvPr id="308" name="组合 307">
            <a:extLst>
              <a:ext uri="{FF2B5EF4-FFF2-40B4-BE49-F238E27FC236}">
                <a16:creationId xmlns:a16="http://schemas.microsoft.com/office/drawing/2014/main" id="{CE2762B8-FB1C-F97D-B789-F5529FFB87F4}"/>
              </a:ext>
            </a:extLst>
          </p:cNvPr>
          <p:cNvGrpSpPr/>
          <p:nvPr/>
        </p:nvGrpSpPr>
        <p:grpSpPr>
          <a:xfrm rot="2669972">
            <a:off x="5049787" y="6088812"/>
            <a:ext cx="176646" cy="176646"/>
            <a:chOff x="4759072" y="2158645"/>
            <a:chExt cx="227368" cy="227368"/>
          </a:xfrm>
        </p:grpSpPr>
        <p:sp>
          <p:nvSpPr>
            <p:cNvPr id="309" name="椭圆 308">
              <a:extLst>
                <a:ext uri="{FF2B5EF4-FFF2-40B4-BE49-F238E27FC236}">
                  <a16:creationId xmlns:a16="http://schemas.microsoft.com/office/drawing/2014/main" id="{82FFFE92-5782-57C7-565E-9A33095DD3FF}"/>
                </a:ext>
              </a:extLst>
            </p:cNvPr>
            <p:cNvSpPr/>
            <p:nvPr/>
          </p:nvSpPr>
          <p:spPr>
            <a:xfrm>
              <a:off x="4759072" y="2158645"/>
              <a:ext cx="227368" cy="2273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075DA8A3-B748-41A3-3049-51E04C7F0A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9072" y="2272329"/>
              <a:ext cx="2259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869E20C1-3175-5622-15D5-8FC507D6A3F7}"/>
                </a:ext>
              </a:extLst>
            </p:cNvPr>
            <p:cNvCxnSpPr>
              <a:cxnSpLocks/>
              <a:stCxn id="309" idx="0"/>
            </p:cNvCxnSpPr>
            <p:nvPr/>
          </p:nvCxnSpPr>
          <p:spPr>
            <a:xfrm flipH="1">
              <a:off x="4867071" y="2158645"/>
              <a:ext cx="5685" cy="2202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2" name="文本框 311">
            <a:extLst>
              <a:ext uri="{FF2B5EF4-FFF2-40B4-BE49-F238E27FC236}">
                <a16:creationId xmlns:a16="http://schemas.microsoft.com/office/drawing/2014/main" id="{19041ED3-1577-5609-4E43-A0971A1B3A2B}"/>
              </a:ext>
            </a:extLst>
          </p:cNvPr>
          <p:cNvSpPr txBox="1"/>
          <p:nvPr/>
        </p:nvSpPr>
        <p:spPr>
          <a:xfrm>
            <a:off x="5360285" y="6069225"/>
            <a:ext cx="815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[Embed_dim ,vocab_size]</a:t>
            </a:r>
            <a:endParaRPr lang="zh-CN" altLang="en-US" sz="800"/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125F2D53-71EE-CEBA-A6A5-43DDAB35ABAA}"/>
              </a:ext>
            </a:extLst>
          </p:cNvPr>
          <p:cNvSpPr txBox="1"/>
          <p:nvPr/>
        </p:nvSpPr>
        <p:spPr>
          <a:xfrm>
            <a:off x="4213578" y="6235589"/>
            <a:ext cx="943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[1,Embed_dim]</a:t>
            </a:r>
            <a:endParaRPr lang="zh-CN" altLang="en-US" sz="800"/>
          </a:p>
        </p:txBody>
      </p:sp>
      <p:sp>
        <p:nvSpPr>
          <p:cNvPr id="314" name="箭头: 下 313">
            <a:extLst>
              <a:ext uri="{FF2B5EF4-FFF2-40B4-BE49-F238E27FC236}">
                <a16:creationId xmlns:a16="http://schemas.microsoft.com/office/drawing/2014/main" id="{E4A9C410-D1D7-8ED0-1023-CD4B5E3055AB}"/>
              </a:ext>
            </a:extLst>
          </p:cNvPr>
          <p:cNvSpPr/>
          <p:nvPr/>
        </p:nvSpPr>
        <p:spPr>
          <a:xfrm rot="16200000">
            <a:off x="6280587" y="6066117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6ECE0DFE-351E-31BD-EFE2-3169E1734E92}"/>
              </a:ext>
            </a:extLst>
          </p:cNvPr>
          <p:cNvSpPr/>
          <p:nvPr/>
        </p:nvSpPr>
        <p:spPr>
          <a:xfrm>
            <a:off x="6620455" y="6178163"/>
            <a:ext cx="614231" cy="94166"/>
          </a:xfrm>
          <a:prstGeom prst="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458806A8-FED9-706E-2730-82498E56F074}"/>
              </a:ext>
            </a:extLst>
          </p:cNvPr>
          <p:cNvSpPr txBox="1"/>
          <p:nvPr/>
        </p:nvSpPr>
        <p:spPr>
          <a:xfrm>
            <a:off x="6507699" y="6275097"/>
            <a:ext cx="943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[1, vocab_size]</a:t>
            </a:r>
            <a:endParaRPr lang="zh-CN" altLang="en-US" sz="800"/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BC7BD85E-F1B0-B44F-98AB-DF5B50F5A5E7}"/>
              </a:ext>
            </a:extLst>
          </p:cNvPr>
          <p:cNvSpPr/>
          <p:nvPr/>
        </p:nvSpPr>
        <p:spPr>
          <a:xfrm>
            <a:off x="4390392" y="6610389"/>
            <a:ext cx="614231" cy="94166"/>
          </a:xfrm>
          <a:prstGeom prst="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48103A3D-0BCD-5ABA-C72C-DCFB87169D0F}"/>
              </a:ext>
            </a:extLst>
          </p:cNvPr>
          <p:cNvSpPr txBox="1"/>
          <p:nvPr/>
        </p:nvSpPr>
        <p:spPr>
          <a:xfrm>
            <a:off x="5117765" y="6474818"/>
            <a:ext cx="784724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Softmax, Sampler</a:t>
            </a:r>
            <a:endParaRPr lang="zh-CN" altLang="en-US" sz="945"/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602C3BF2-6EA4-4A7E-00AE-78B769B08F3B}"/>
              </a:ext>
            </a:extLst>
          </p:cNvPr>
          <p:cNvSpPr/>
          <p:nvPr/>
        </p:nvSpPr>
        <p:spPr>
          <a:xfrm>
            <a:off x="6517562" y="6543271"/>
            <a:ext cx="225247" cy="211618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20" name="箭头: 下 319">
            <a:extLst>
              <a:ext uri="{FF2B5EF4-FFF2-40B4-BE49-F238E27FC236}">
                <a16:creationId xmlns:a16="http://schemas.microsoft.com/office/drawing/2014/main" id="{7EA02F4D-514B-6476-A2BD-0EE67CF303F8}"/>
              </a:ext>
            </a:extLst>
          </p:cNvPr>
          <p:cNvSpPr/>
          <p:nvPr/>
        </p:nvSpPr>
        <p:spPr>
          <a:xfrm rot="16200000">
            <a:off x="6048263" y="6487893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21" name="文本框 320">
            <a:extLst>
              <a:ext uri="{FF2B5EF4-FFF2-40B4-BE49-F238E27FC236}">
                <a16:creationId xmlns:a16="http://schemas.microsoft.com/office/drawing/2014/main" id="{1579B8D4-B786-EB95-3B40-BD9FF1A51E72}"/>
              </a:ext>
            </a:extLst>
          </p:cNvPr>
          <p:cNvSpPr txBox="1"/>
          <p:nvPr/>
        </p:nvSpPr>
        <p:spPr>
          <a:xfrm>
            <a:off x="6760509" y="6511935"/>
            <a:ext cx="97390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/>
              <a:t>New Token</a:t>
            </a:r>
            <a:endParaRPr lang="zh-CN" altLang="en-US" sz="1051"/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4730F9D4-847E-7888-87A2-6AF7DAC2F495}"/>
              </a:ext>
            </a:extLst>
          </p:cNvPr>
          <p:cNvSpPr/>
          <p:nvPr/>
        </p:nvSpPr>
        <p:spPr>
          <a:xfrm rot="10800000">
            <a:off x="5779412" y="1766980"/>
            <a:ext cx="576679" cy="571500"/>
          </a:xfrm>
          <a:prstGeom prst="triangle">
            <a:avLst>
              <a:gd name="adj" fmla="val 0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2A2B6EE4-3401-D44F-923A-9E1CC9141146}"/>
              </a:ext>
            </a:extLst>
          </p:cNvPr>
          <p:cNvSpPr/>
          <p:nvPr/>
        </p:nvSpPr>
        <p:spPr>
          <a:xfrm rot="10800000">
            <a:off x="6881449" y="1766980"/>
            <a:ext cx="576679" cy="571500"/>
          </a:xfrm>
          <a:prstGeom prst="triangle">
            <a:avLst>
              <a:gd name="adj" fmla="val 0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C29869-382F-7D74-576C-777BA97D5440}"/>
              </a:ext>
            </a:extLst>
          </p:cNvPr>
          <p:cNvSpPr txBox="1"/>
          <p:nvPr/>
        </p:nvSpPr>
        <p:spPr>
          <a:xfrm>
            <a:off x="5986706" y="1804124"/>
            <a:ext cx="5766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∞</a:t>
            </a:r>
            <a:endParaRPr lang="zh-CN" altLang="en-US" sz="12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17DFC7-F24E-6334-DC90-73F6E850D124}"/>
              </a:ext>
            </a:extLst>
          </p:cNvPr>
          <p:cNvSpPr txBox="1"/>
          <p:nvPr/>
        </p:nvSpPr>
        <p:spPr>
          <a:xfrm>
            <a:off x="7169789" y="1803567"/>
            <a:ext cx="5766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6896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777AC96C-07C8-1CB0-F722-6A8AD9AACD18}"/>
              </a:ext>
            </a:extLst>
          </p:cNvPr>
          <p:cNvGrpSpPr/>
          <p:nvPr/>
        </p:nvGrpSpPr>
        <p:grpSpPr>
          <a:xfrm>
            <a:off x="50762" y="551765"/>
            <a:ext cx="3336794" cy="285687"/>
            <a:chOff x="838200" y="614360"/>
            <a:chExt cx="3448810" cy="2952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48CD4-4A50-0092-B03F-D3604EA18F15}"/>
                </a:ext>
              </a:extLst>
            </p:cNvPr>
            <p:cNvSpPr/>
            <p:nvPr/>
          </p:nvSpPr>
          <p:spPr>
            <a:xfrm>
              <a:off x="838200" y="614362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1526495-885F-A551-5CB4-49F3F70F9FBF}"/>
                </a:ext>
              </a:extLst>
            </p:cNvPr>
            <p:cNvSpPr/>
            <p:nvPr/>
          </p:nvSpPr>
          <p:spPr>
            <a:xfrm>
              <a:off x="1390650" y="614361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CC9E843-3843-1FBE-15B0-DC93DA973910}"/>
                </a:ext>
              </a:extLst>
            </p:cNvPr>
            <p:cNvSpPr/>
            <p:nvPr/>
          </p:nvSpPr>
          <p:spPr>
            <a:xfrm>
              <a:off x="1943100" y="614360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71D1ABF-07C8-8EEA-3270-1851AD90642D}"/>
                </a:ext>
              </a:extLst>
            </p:cNvPr>
            <p:cNvSpPr/>
            <p:nvPr/>
          </p:nvSpPr>
          <p:spPr>
            <a:xfrm>
              <a:off x="2495550" y="614360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83C4692-0D74-322B-AD89-CA24DD49B2DE}"/>
                </a:ext>
              </a:extLst>
            </p:cNvPr>
            <p:cNvSpPr/>
            <p:nvPr/>
          </p:nvSpPr>
          <p:spPr>
            <a:xfrm>
              <a:off x="3495675" y="614360"/>
              <a:ext cx="552450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8168D3BC-3AD7-9067-42BB-71A48438B4C7}"/>
                </a:ext>
              </a:extLst>
            </p:cNvPr>
            <p:cNvGrpSpPr/>
            <p:nvPr/>
          </p:nvGrpSpPr>
          <p:grpSpPr>
            <a:xfrm>
              <a:off x="3133725" y="733421"/>
              <a:ext cx="253751" cy="57151"/>
              <a:chOff x="5133975" y="1304924"/>
              <a:chExt cx="352426" cy="79375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BCE1492-DCB8-F090-0B30-EC69055AD566}"/>
                  </a:ext>
                </a:extLst>
              </p:cNvPr>
              <p:cNvSpPr/>
              <p:nvPr/>
            </p:nvSpPr>
            <p:spPr>
              <a:xfrm>
                <a:off x="5133975" y="1304924"/>
                <a:ext cx="76200" cy="7937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91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27935F4F-BA78-2E68-191F-DF3F30E332DA}"/>
                  </a:ext>
                </a:extLst>
              </p:cNvPr>
              <p:cNvSpPr/>
              <p:nvPr/>
            </p:nvSpPr>
            <p:spPr>
              <a:xfrm>
                <a:off x="5272088" y="1304924"/>
                <a:ext cx="76200" cy="7937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91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0717058-5451-1A1A-C31B-D2FF5F8387B0}"/>
                  </a:ext>
                </a:extLst>
              </p:cNvPr>
              <p:cNvSpPr/>
              <p:nvPr/>
            </p:nvSpPr>
            <p:spPr>
              <a:xfrm>
                <a:off x="5410201" y="1304924"/>
                <a:ext cx="76200" cy="7937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91"/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EE05186-0DF9-9993-8C36-3C2D47E58D85}"/>
                </a:ext>
              </a:extLst>
            </p:cNvPr>
            <p:cNvSpPr txBox="1"/>
            <p:nvPr/>
          </p:nvSpPr>
          <p:spPr>
            <a:xfrm>
              <a:off x="865630" y="638885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1965</a:t>
              </a:r>
              <a:endParaRPr lang="zh-CN" altLang="en-US" sz="1051">
                <a:latin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76435D6-D3FA-BB59-FDB6-AAB7334719C7}"/>
                </a:ext>
              </a:extLst>
            </p:cNvPr>
            <p:cNvSpPr txBox="1"/>
            <p:nvPr/>
          </p:nvSpPr>
          <p:spPr>
            <a:xfrm>
              <a:off x="1418080" y="638883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8871</a:t>
              </a:r>
              <a:endParaRPr lang="zh-CN" altLang="en-US" sz="1051">
                <a:latin typeface="+mn-ea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91BEFA8-0BB3-7769-2EC3-5D261AB33370}"/>
                </a:ext>
              </a:extLst>
            </p:cNvPr>
            <p:cNvSpPr txBox="1"/>
            <p:nvPr/>
          </p:nvSpPr>
          <p:spPr>
            <a:xfrm>
              <a:off x="2028825" y="635194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654</a:t>
              </a:r>
              <a:endParaRPr lang="zh-CN" altLang="en-US" sz="1051">
                <a:latin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1BB00F5-DF41-B6FE-CF40-DA303188EAD1}"/>
                </a:ext>
              </a:extLst>
            </p:cNvPr>
            <p:cNvSpPr txBox="1"/>
            <p:nvPr/>
          </p:nvSpPr>
          <p:spPr>
            <a:xfrm>
              <a:off x="2555361" y="638883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323</a:t>
              </a:r>
              <a:endParaRPr lang="zh-CN" altLang="en-US" sz="1051">
                <a:latin typeface="+mn-ea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872653C-B306-5422-81A5-A37ACA242E7E}"/>
                </a:ext>
              </a:extLst>
            </p:cNvPr>
            <p:cNvSpPr txBox="1"/>
            <p:nvPr/>
          </p:nvSpPr>
          <p:spPr>
            <a:xfrm>
              <a:off x="3532629" y="638883"/>
              <a:ext cx="754381" cy="24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>
                  <a:latin typeface="+mn-ea"/>
                </a:rPr>
                <a:t>6975</a:t>
              </a:r>
              <a:endParaRPr lang="zh-CN" altLang="en-US" sz="1051">
                <a:latin typeface="+mn-ea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B441D9-CDCE-32E3-3729-170B023342E5}"/>
              </a:ext>
            </a:extLst>
          </p:cNvPr>
          <p:cNvSpPr txBox="1"/>
          <p:nvPr/>
        </p:nvSpPr>
        <p:spPr>
          <a:xfrm>
            <a:off x="220647" y="889278"/>
            <a:ext cx="1520752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Token Ids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77AEA71-EE1A-4D5D-ABE3-35D6CD5639F5}"/>
              </a:ext>
            </a:extLst>
          </p:cNvPr>
          <p:cNvSpPr txBox="1"/>
          <p:nvPr/>
        </p:nvSpPr>
        <p:spPr>
          <a:xfrm>
            <a:off x="117762" y="37407"/>
            <a:ext cx="1345142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Decode Stage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D18D2829-D6FE-0D09-8CD1-330E55D17169}"/>
              </a:ext>
            </a:extLst>
          </p:cNvPr>
          <p:cNvSpPr/>
          <p:nvPr/>
        </p:nvSpPr>
        <p:spPr>
          <a:xfrm rot="5400000">
            <a:off x="1515707" y="-1120154"/>
            <a:ext cx="191821" cy="3084658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8DC2414-473C-4A5D-CC90-AE7618FAA8E3}"/>
              </a:ext>
            </a:extLst>
          </p:cNvPr>
          <p:cNvSpPr txBox="1"/>
          <p:nvPr/>
        </p:nvSpPr>
        <p:spPr>
          <a:xfrm>
            <a:off x="1747030" y="26959"/>
            <a:ext cx="1520752" cy="26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N Tokens</a:t>
            </a:r>
            <a:endParaRPr lang="zh-CN" altLang="en-US" sz="105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4E84739-5277-AEE5-A5B7-B61480C81AE3}"/>
              </a:ext>
            </a:extLst>
          </p:cNvPr>
          <p:cNvGrpSpPr/>
          <p:nvPr/>
        </p:nvGrpSpPr>
        <p:grpSpPr>
          <a:xfrm>
            <a:off x="1028630" y="1369994"/>
            <a:ext cx="1878773" cy="310153"/>
            <a:chOff x="1912015" y="1520181"/>
            <a:chExt cx="1886143" cy="29527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BAA325D-0AB5-D206-865C-DF163DB88662}"/>
                </a:ext>
              </a:extLst>
            </p:cNvPr>
            <p:cNvSpPr/>
            <p:nvPr/>
          </p:nvSpPr>
          <p:spPr>
            <a:xfrm>
              <a:off x="1952432" y="1520181"/>
              <a:ext cx="1790697" cy="29527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81E32C5-B2E7-7682-58D6-E704613E0906}"/>
                </a:ext>
              </a:extLst>
            </p:cNvPr>
            <p:cNvSpPr txBox="1"/>
            <p:nvPr/>
          </p:nvSpPr>
          <p:spPr>
            <a:xfrm>
              <a:off x="1912015" y="1544708"/>
              <a:ext cx="1886143" cy="241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1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Embeding every token</a:t>
              </a:r>
              <a:endParaRPr lang="zh-CN" altLang="en-US" sz="1051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箭头: 下 33">
            <a:extLst>
              <a:ext uri="{FF2B5EF4-FFF2-40B4-BE49-F238E27FC236}">
                <a16:creationId xmlns:a16="http://schemas.microsoft.com/office/drawing/2014/main" id="{DAD451F1-2624-F2CF-A1AD-51C3F70F65B1}"/>
              </a:ext>
            </a:extLst>
          </p:cNvPr>
          <p:cNvSpPr/>
          <p:nvPr/>
        </p:nvSpPr>
        <p:spPr>
          <a:xfrm>
            <a:off x="1820661" y="929553"/>
            <a:ext cx="279341" cy="4001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6D99A97-F1E6-31C3-0AEF-DD01F546EFD3}"/>
              </a:ext>
            </a:extLst>
          </p:cNvPr>
          <p:cNvGrpSpPr/>
          <p:nvPr/>
        </p:nvGrpSpPr>
        <p:grpSpPr>
          <a:xfrm>
            <a:off x="966053" y="2143515"/>
            <a:ext cx="1988557" cy="910763"/>
            <a:chOff x="1892428" y="2145333"/>
            <a:chExt cx="1893163" cy="86707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F6D4A76-838A-53F7-8198-2BC2DD45202F}"/>
                </a:ext>
              </a:extLst>
            </p:cNvPr>
            <p:cNvSpPr/>
            <p:nvPr/>
          </p:nvSpPr>
          <p:spPr>
            <a:xfrm>
              <a:off x="1896993" y="2145333"/>
              <a:ext cx="1875665" cy="86707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40E8858-DE39-CC9E-6F16-B547451960D6}"/>
                </a:ext>
              </a:extLst>
            </p:cNvPr>
            <p:cNvCxnSpPr>
              <a:cxnSpLocks/>
            </p:cNvCxnSpPr>
            <p:nvPr/>
          </p:nvCxnSpPr>
          <p:spPr>
            <a:xfrm>
              <a:off x="1892428" y="2264395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D0B7036B-6939-CA6B-6E30-13A92BEC3EDC}"/>
                </a:ext>
              </a:extLst>
            </p:cNvPr>
            <p:cNvCxnSpPr>
              <a:cxnSpLocks/>
            </p:cNvCxnSpPr>
            <p:nvPr/>
          </p:nvCxnSpPr>
          <p:spPr>
            <a:xfrm>
              <a:off x="1912021" y="2392983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B05DBB8-E7B7-7389-F369-0D7BEC85C504}"/>
                </a:ext>
              </a:extLst>
            </p:cNvPr>
            <p:cNvCxnSpPr>
              <a:cxnSpLocks/>
            </p:cNvCxnSpPr>
            <p:nvPr/>
          </p:nvCxnSpPr>
          <p:spPr>
            <a:xfrm>
              <a:off x="1912021" y="2507282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F5711102-4606-6D84-4DC4-20C983B59553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93" y="2631108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B672424-7B3D-92D8-2B00-CA5C8E66D7AC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93" y="2750170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53399AD8-142A-7808-41E3-33D36AA40D0B}"/>
                </a:ext>
              </a:extLst>
            </p:cNvPr>
            <p:cNvCxnSpPr>
              <a:cxnSpLocks/>
            </p:cNvCxnSpPr>
            <p:nvPr/>
          </p:nvCxnSpPr>
          <p:spPr>
            <a:xfrm>
              <a:off x="1899088" y="2873995"/>
              <a:ext cx="187357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箭头: 下 44">
            <a:extLst>
              <a:ext uri="{FF2B5EF4-FFF2-40B4-BE49-F238E27FC236}">
                <a16:creationId xmlns:a16="http://schemas.microsoft.com/office/drawing/2014/main" id="{0BF4A7FA-0E21-5C6B-32A2-58B6B0D14198}"/>
              </a:ext>
            </a:extLst>
          </p:cNvPr>
          <p:cNvSpPr/>
          <p:nvPr/>
        </p:nvSpPr>
        <p:spPr>
          <a:xfrm>
            <a:off x="1806059" y="1707414"/>
            <a:ext cx="279341" cy="4001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BDB452D-35FC-E140-CC3E-F1AF319EEC1D}"/>
              </a:ext>
            </a:extLst>
          </p:cNvPr>
          <p:cNvSpPr txBox="1"/>
          <p:nvPr/>
        </p:nvSpPr>
        <p:spPr>
          <a:xfrm>
            <a:off x="189015" y="2458024"/>
            <a:ext cx="610596" cy="31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71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1471"/>
          </a:p>
        </p:txBody>
      </p:sp>
      <p:sp>
        <p:nvSpPr>
          <p:cNvPr id="48" name="左大括号 47">
            <a:extLst>
              <a:ext uri="{FF2B5EF4-FFF2-40B4-BE49-F238E27FC236}">
                <a16:creationId xmlns:a16="http://schemas.microsoft.com/office/drawing/2014/main" id="{46F01F5F-3E8B-BEA7-299C-1F332A0BADD1}"/>
              </a:ext>
            </a:extLst>
          </p:cNvPr>
          <p:cNvSpPr/>
          <p:nvPr/>
        </p:nvSpPr>
        <p:spPr>
          <a:xfrm>
            <a:off x="704840" y="2146393"/>
            <a:ext cx="247625" cy="907885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95A352A-0687-D1DE-C0AB-C5939413998D}"/>
              </a:ext>
            </a:extLst>
          </p:cNvPr>
          <p:cNvSpPr txBox="1"/>
          <p:nvPr/>
        </p:nvSpPr>
        <p:spPr>
          <a:xfrm>
            <a:off x="2102002" y="1864135"/>
            <a:ext cx="1030511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60">
                <a:latin typeface="微软雅黑" panose="020B0503020204020204" pitchFamily="34" charset="-122"/>
                <a:ea typeface="微软雅黑" panose="020B0503020204020204" pitchFamily="34" charset="-122"/>
              </a:rPr>
              <a:t>d_model</a:t>
            </a:r>
            <a:endParaRPr lang="zh-CN" altLang="en-US" sz="126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4D9C9140-39E8-1D67-0B94-E844A592D371}"/>
              </a:ext>
            </a:extLst>
          </p:cNvPr>
          <p:cNvGrpSpPr/>
          <p:nvPr/>
        </p:nvGrpSpPr>
        <p:grpSpPr>
          <a:xfrm>
            <a:off x="476315" y="3380269"/>
            <a:ext cx="782709" cy="302627"/>
            <a:chOff x="422277" y="3336802"/>
            <a:chExt cx="745161" cy="288110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1CDD0A7-0B48-0F0E-845E-817C5754642E}"/>
                </a:ext>
              </a:extLst>
            </p:cNvPr>
            <p:cNvSpPr/>
            <p:nvPr/>
          </p:nvSpPr>
          <p:spPr>
            <a:xfrm>
              <a:off x="422277" y="3336802"/>
              <a:ext cx="745161" cy="2881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5D4A6B8-3746-8313-56C5-DDEB8252AD1B}"/>
                </a:ext>
              </a:extLst>
            </p:cNvPr>
            <p:cNvSpPr txBox="1"/>
            <p:nvPr/>
          </p:nvSpPr>
          <p:spPr>
            <a:xfrm>
              <a:off x="575783" y="3358540"/>
              <a:ext cx="451771" cy="257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5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  <a:r>
                <a:rPr lang="en-US" altLang="zh-CN" sz="84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  <a:endParaRPr lang="zh-CN" altLang="en-US" sz="84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69DD801-B186-BF87-3157-066D54387DE4}"/>
              </a:ext>
            </a:extLst>
          </p:cNvPr>
          <p:cNvGrpSpPr/>
          <p:nvPr/>
        </p:nvGrpSpPr>
        <p:grpSpPr>
          <a:xfrm>
            <a:off x="1556618" y="3389191"/>
            <a:ext cx="782709" cy="302627"/>
            <a:chOff x="1552574" y="3332040"/>
            <a:chExt cx="745161" cy="288110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96FAE23D-A748-D0E0-36CF-0E02AD52EAD9}"/>
                </a:ext>
              </a:extLst>
            </p:cNvPr>
            <p:cNvSpPr/>
            <p:nvPr/>
          </p:nvSpPr>
          <p:spPr>
            <a:xfrm>
              <a:off x="1552574" y="3332040"/>
              <a:ext cx="745161" cy="2881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6D33A42-2D78-FE95-846E-DFEED1BED1A1}"/>
                </a:ext>
              </a:extLst>
            </p:cNvPr>
            <p:cNvSpPr txBox="1"/>
            <p:nvPr/>
          </p:nvSpPr>
          <p:spPr>
            <a:xfrm>
              <a:off x="1700492" y="3350053"/>
              <a:ext cx="464344" cy="257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5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  <a:r>
                <a:rPr lang="en-US" altLang="zh-CN" sz="84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84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CB082ECA-F9B6-C959-619D-3E13B258BC08}"/>
              </a:ext>
            </a:extLst>
          </p:cNvPr>
          <p:cNvGrpSpPr/>
          <p:nvPr/>
        </p:nvGrpSpPr>
        <p:grpSpPr>
          <a:xfrm>
            <a:off x="2620659" y="3375169"/>
            <a:ext cx="782709" cy="302627"/>
            <a:chOff x="2659370" y="3332040"/>
            <a:chExt cx="745161" cy="288110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E516F331-86C8-0EDE-D2E1-287A96E106FA}"/>
                </a:ext>
              </a:extLst>
            </p:cNvPr>
            <p:cNvSpPr/>
            <p:nvPr/>
          </p:nvSpPr>
          <p:spPr>
            <a:xfrm>
              <a:off x="2659370" y="3332040"/>
              <a:ext cx="745161" cy="2881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089A946-7363-33AC-383F-41F47E0FB152}"/>
                </a:ext>
              </a:extLst>
            </p:cNvPr>
            <p:cNvSpPr txBox="1"/>
            <p:nvPr/>
          </p:nvSpPr>
          <p:spPr>
            <a:xfrm>
              <a:off x="2839786" y="3339645"/>
              <a:ext cx="491874" cy="257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5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  <a:r>
                <a:rPr lang="en-US" altLang="zh-CN" sz="84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endParaRPr lang="zh-CN" altLang="en-US" sz="84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6E381073-F2F0-7094-B9F2-588ED608E818}"/>
              </a:ext>
            </a:extLst>
          </p:cNvPr>
          <p:cNvCxnSpPr>
            <a:cxnSpLocks/>
            <a:stCxn id="11" idx="2"/>
            <a:endCxn id="50" idx="0"/>
          </p:cNvCxnSpPr>
          <p:nvPr/>
        </p:nvCxnSpPr>
        <p:spPr>
          <a:xfrm flipH="1">
            <a:off x="867667" y="3054278"/>
            <a:ext cx="1088268" cy="325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E8E05F8-8682-5C48-F988-0420FC1FFFD3}"/>
              </a:ext>
            </a:extLst>
          </p:cNvPr>
          <p:cNvCxnSpPr>
            <a:cxnSpLocks/>
            <a:stCxn id="11" idx="2"/>
            <a:endCxn id="55" idx="0"/>
          </p:cNvCxnSpPr>
          <p:nvPr/>
        </p:nvCxnSpPr>
        <p:spPr>
          <a:xfrm flipH="1">
            <a:off x="1947972" y="3054279"/>
            <a:ext cx="7965" cy="334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41C7FC4-E20D-8946-8F58-BE18BB297774}"/>
              </a:ext>
            </a:extLst>
          </p:cNvPr>
          <p:cNvCxnSpPr>
            <a:cxnSpLocks/>
            <a:stCxn id="11" idx="2"/>
            <a:endCxn id="54" idx="0"/>
          </p:cNvCxnSpPr>
          <p:nvPr/>
        </p:nvCxnSpPr>
        <p:spPr>
          <a:xfrm>
            <a:off x="1955938" y="3054276"/>
            <a:ext cx="1056076" cy="32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2F46CF7D-646E-C5BF-E400-7528BB9A9460}"/>
              </a:ext>
            </a:extLst>
          </p:cNvPr>
          <p:cNvSpPr txBox="1"/>
          <p:nvPr/>
        </p:nvSpPr>
        <p:spPr>
          <a:xfrm>
            <a:off x="-17937" y="3084466"/>
            <a:ext cx="1967975" cy="2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[d_model, Embed_dim]</a:t>
            </a:r>
            <a:endParaRPr lang="zh-CN" altLang="en-US" sz="1051"/>
          </a:p>
        </p:txBody>
      </p:sp>
      <p:sp>
        <p:nvSpPr>
          <p:cNvPr id="81" name="箭头: 下 80">
            <a:extLst>
              <a:ext uri="{FF2B5EF4-FFF2-40B4-BE49-F238E27FC236}">
                <a16:creationId xmlns:a16="http://schemas.microsoft.com/office/drawing/2014/main" id="{29416FCA-3722-3DC1-BF21-6765BCBABD41}"/>
              </a:ext>
            </a:extLst>
          </p:cNvPr>
          <p:cNvSpPr/>
          <p:nvPr/>
        </p:nvSpPr>
        <p:spPr>
          <a:xfrm>
            <a:off x="763572" y="3700730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83" name="箭头: 下 82">
            <a:extLst>
              <a:ext uri="{FF2B5EF4-FFF2-40B4-BE49-F238E27FC236}">
                <a16:creationId xmlns:a16="http://schemas.microsoft.com/office/drawing/2014/main" id="{45605114-1503-FF28-158D-EDF6C720D600}"/>
              </a:ext>
            </a:extLst>
          </p:cNvPr>
          <p:cNvSpPr/>
          <p:nvPr/>
        </p:nvSpPr>
        <p:spPr>
          <a:xfrm>
            <a:off x="1855237" y="3700730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84" name="箭头: 下 83">
            <a:extLst>
              <a:ext uri="{FF2B5EF4-FFF2-40B4-BE49-F238E27FC236}">
                <a16:creationId xmlns:a16="http://schemas.microsoft.com/office/drawing/2014/main" id="{1FB34E3D-67C9-C898-92F4-19B52C53CA9D}"/>
              </a:ext>
            </a:extLst>
          </p:cNvPr>
          <p:cNvSpPr/>
          <p:nvPr/>
        </p:nvSpPr>
        <p:spPr>
          <a:xfrm>
            <a:off x="2907405" y="3691814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3B5957BD-7E93-23E0-F9AF-B8CFDB3D7190}"/>
              </a:ext>
            </a:extLst>
          </p:cNvPr>
          <p:cNvSpPr txBox="1"/>
          <p:nvPr/>
        </p:nvSpPr>
        <p:spPr>
          <a:xfrm>
            <a:off x="554658" y="4607557"/>
            <a:ext cx="520063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798C011-949A-A69A-1452-AF644B3DE4B3}"/>
              </a:ext>
            </a:extLst>
          </p:cNvPr>
          <p:cNvSpPr txBox="1"/>
          <p:nvPr/>
        </p:nvSpPr>
        <p:spPr>
          <a:xfrm>
            <a:off x="1666614" y="4619647"/>
            <a:ext cx="520063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F00B0B5-930E-F8B2-76F5-A40B86769782}"/>
              </a:ext>
            </a:extLst>
          </p:cNvPr>
          <p:cNvSpPr txBox="1"/>
          <p:nvPr/>
        </p:nvSpPr>
        <p:spPr>
          <a:xfrm>
            <a:off x="2714014" y="4628561"/>
            <a:ext cx="520063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EB9E502B-3DBB-772A-149F-82766717BA59}"/>
              </a:ext>
            </a:extLst>
          </p:cNvPr>
          <p:cNvGrpSpPr/>
          <p:nvPr/>
        </p:nvGrpSpPr>
        <p:grpSpPr>
          <a:xfrm>
            <a:off x="423454" y="4033720"/>
            <a:ext cx="852349" cy="573841"/>
            <a:chOff x="568714" y="3992350"/>
            <a:chExt cx="811461" cy="546313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70F6E36-6050-1201-C6B7-DCD924ABEDCD}"/>
                </a:ext>
              </a:extLst>
            </p:cNvPr>
            <p:cNvSpPr/>
            <p:nvPr/>
          </p:nvSpPr>
          <p:spPr>
            <a:xfrm>
              <a:off x="578661" y="3992350"/>
              <a:ext cx="785540" cy="54631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353AF1E3-0412-CD08-6082-AC299AB999C5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078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949271FE-2AF7-1AFA-9772-EFE387065B31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17402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775B2164-9B99-8D23-F821-F598BA5CB099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265506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116C168-3169-459C-9DCA-964EBF54B613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369284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1AFF4403-735C-C86B-1BA8-C0D80381A2DF}"/>
                </a:ext>
              </a:extLst>
            </p:cNvPr>
            <p:cNvCxnSpPr>
              <a:cxnSpLocks/>
            </p:cNvCxnSpPr>
            <p:nvPr/>
          </p:nvCxnSpPr>
          <p:spPr>
            <a:xfrm>
              <a:off x="584689" y="4459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13964D20-9E11-E383-7CF1-BEBF8288E8E4}"/>
              </a:ext>
            </a:extLst>
          </p:cNvPr>
          <p:cNvGrpSpPr/>
          <p:nvPr/>
        </p:nvGrpSpPr>
        <p:grpSpPr>
          <a:xfrm>
            <a:off x="1492350" y="4054725"/>
            <a:ext cx="852349" cy="573841"/>
            <a:chOff x="568714" y="3992350"/>
            <a:chExt cx="811461" cy="546313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3E05EFEB-6E47-15B7-6513-6C8FB30491AB}"/>
                </a:ext>
              </a:extLst>
            </p:cNvPr>
            <p:cNvSpPr/>
            <p:nvPr/>
          </p:nvSpPr>
          <p:spPr>
            <a:xfrm>
              <a:off x="578661" y="3992350"/>
              <a:ext cx="785540" cy="54631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684A06F2-D5A6-9309-6D64-524AE61B4555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078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C5F00E3D-BF9C-8FE7-E4F6-FD2760A3ACE7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17402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7C75EBC8-A60D-470F-1E33-090AF176DB68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265506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3DA797B7-654A-ACA0-41F8-2AF5BC0EC394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369284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2848D326-50EF-BBE6-B7E2-D520A6FB10B1}"/>
                </a:ext>
              </a:extLst>
            </p:cNvPr>
            <p:cNvCxnSpPr>
              <a:cxnSpLocks/>
            </p:cNvCxnSpPr>
            <p:nvPr/>
          </p:nvCxnSpPr>
          <p:spPr>
            <a:xfrm>
              <a:off x="584689" y="4459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A9B8B582-8A88-6248-D3BA-B19285A427D3}"/>
              </a:ext>
            </a:extLst>
          </p:cNvPr>
          <p:cNvGrpSpPr/>
          <p:nvPr/>
        </p:nvGrpSpPr>
        <p:grpSpPr>
          <a:xfrm>
            <a:off x="2571695" y="4060175"/>
            <a:ext cx="852349" cy="573841"/>
            <a:chOff x="568714" y="3992350"/>
            <a:chExt cx="811461" cy="546313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2E9361AB-EDFA-634C-4452-0D9A3262D50F}"/>
                </a:ext>
              </a:extLst>
            </p:cNvPr>
            <p:cNvSpPr/>
            <p:nvPr/>
          </p:nvSpPr>
          <p:spPr>
            <a:xfrm>
              <a:off x="578661" y="3992350"/>
              <a:ext cx="785540" cy="54631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E3379B5B-62D1-5A8E-2904-A74CDAD32E3D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078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B38F23E2-CF52-967D-EFAB-51FCB4EB1F8E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17402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78489089-B69B-4535-2493-81B71D07CD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265506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A13DC378-5DFE-6F76-4DD8-CC329B634FD2}"/>
                </a:ext>
              </a:extLst>
            </p:cNvPr>
            <p:cNvCxnSpPr>
              <a:cxnSpLocks/>
            </p:cNvCxnSpPr>
            <p:nvPr/>
          </p:nvCxnSpPr>
          <p:spPr>
            <a:xfrm>
              <a:off x="568714" y="4369284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98319D0F-CC4D-5BB8-29B1-A053CDE55192}"/>
                </a:ext>
              </a:extLst>
            </p:cNvPr>
            <p:cNvCxnSpPr>
              <a:cxnSpLocks/>
            </p:cNvCxnSpPr>
            <p:nvPr/>
          </p:nvCxnSpPr>
          <p:spPr>
            <a:xfrm>
              <a:off x="584689" y="4459772"/>
              <a:ext cx="795486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左大括号 113">
            <a:extLst>
              <a:ext uri="{FF2B5EF4-FFF2-40B4-BE49-F238E27FC236}">
                <a16:creationId xmlns:a16="http://schemas.microsoft.com/office/drawing/2014/main" id="{F200A03D-0EFF-DCAF-AFEA-66292380D852}"/>
              </a:ext>
            </a:extLst>
          </p:cNvPr>
          <p:cNvSpPr/>
          <p:nvPr/>
        </p:nvSpPr>
        <p:spPr>
          <a:xfrm>
            <a:off x="273240" y="4037105"/>
            <a:ext cx="122883" cy="573841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E83E315F-A79E-F3E3-BEF4-A2BD8F8FAEB9}"/>
              </a:ext>
            </a:extLst>
          </p:cNvPr>
          <p:cNvSpPr txBox="1"/>
          <p:nvPr/>
        </p:nvSpPr>
        <p:spPr>
          <a:xfrm>
            <a:off x="-62938" y="4227445"/>
            <a:ext cx="5389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800"/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12B0DF2B-AB3F-A835-A9D6-C32FC03AEEAC}"/>
              </a:ext>
            </a:extLst>
          </p:cNvPr>
          <p:cNvGrpSpPr/>
          <p:nvPr/>
        </p:nvGrpSpPr>
        <p:grpSpPr>
          <a:xfrm>
            <a:off x="17238" y="5009421"/>
            <a:ext cx="640316" cy="451984"/>
            <a:chOff x="4353304" y="2593866"/>
            <a:chExt cx="609599" cy="430302"/>
          </a:xfrm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D35C298C-CFA8-7201-4C91-7E31460458BD}"/>
                </a:ext>
              </a:extLst>
            </p:cNvPr>
            <p:cNvSpPr/>
            <p:nvPr/>
          </p:nvSpPr>
          <p:spPr>
            <a:xfrm>
              <a:off x="4353304" y="2593866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821EA43A-C181-1636-6A4A-CEE4C1C7AE5C}"/>
                </a:ext>
              </a:extLst>
            </p:cNvPr>
            <p:cNvSpPr/>
            <p:nvPr/>
          </p:nvSpPr>
          <p:spPr>
            <a:xfrm>
              <a:off x="4401118" y="2650669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960F4452-78A0-8015-8B6C-21F327BFEC5F}"/>
                </a:ext>
              </a:extLst>
            </p:cNvPr>
            <p:cNvSpPr/>
            <p:nvPr/>
          </p:nvSpPr>
          <p:spPr>
            <a:xfrm>
              <a:off x="4448932" y="2707472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FD80861-917A-9EB4-F670-9415FD4771B5}"/>
              </a:ext>
            </a:extLst>
          </p:cNvPr>
          <p:cNvSpPr txBox="1"/>
          <p:nvPr/>
        </p:nvSpPr>
        <p:spPr>
          <a:xfrm>
            <a:off x="578031" y="6407013"/>
            <a:ext cx="2689754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 = Embed_dim / num_head</a:t>
            </a:r>
            <a:endParaRPr lang="zh-CN" altLang="en-US" sz="1051"/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2966B989-A071-16C3-59AF-8FDF77909B2C}"/>
              </a:ext>
            </a:extLst>
          </p:cNvPr>
          <p:cNvGrpSpPr/>
          <p:nvPr/>
        </p:nvGrpSpPr>
        <p:grpSpPr>
          <a:xfrm>
            <a:off x="992862" y="5016296"/>
            <a:ext cx="640316" cy="451984"/>
            <a:chOff x="4353304" y="2593866"/>
            <a:chExt cx="609599" cy="430302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318CF05B-DDAA-4D02-2FB5-1B32FCD93255}"/>
                </a:ext>
              </a:extLst>
            </p:cNvPr>
            <p:cNvSpPr/>
            <p:nvPr/>
          </p:nvSpPr>
          <p:spPr>
            <a:xfrm>
              <a:off x="4353304" y="2593866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B9D2A580-7191-B9DE-6326-E13F9D43388C}"/>
                </a:ext>
              </a:extLst>
            </p:cNvPr>
            <p:cNvSpPr/>
            <p:nvPr/>
          </p:nvSpPr>
          <p:spPr>
            <a:xfrm>
              <a:off x="4401118" y="2650669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75BA7F5B-9570-DC97-2867-A3DEEAB7C094}"/>
                </a:ext>
              </a:extLst>
            </p:cNvPr>
            <p:cNvSpPr/>
            <p:nvPr/>
          </p:nvSpPr>
          <p:spPr>
            <a:xfrm>
              <a:off x="4448932" y="2707472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0AB2391-C013-9474-7A69-32C79F835A17}"/>
              </a:ext>
            </a:extLst>
          </p:cNvPr>
          <p:cNvGrpSpPr/>
          <p:nvPr/>
        </p:nvGrpSpPr>
        <p:grpSpPr>
          <a:xfrm>
            <a:off x="1910135" y="5009421"/>
            <a:ext cx="640316" cy="451984"/>
            <a:chOff x="4353304" y="2593866"/>
            <a:chExt cx="609599" cy="430302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D13481BD-76D9-A309-D473-1C4F6935B63D}"/>
                </a:ext>
              </a:extLst>
            </p:cNvPr>
            <p:cNvSpPr/>
            <p:nvPr/>
          </p:nvSpPr>
          <p:spPr>
            <a:xfrm>
              <a:off x="4353304" y="2593866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B68CFC6B-6106-FD80-5144-A63CF0F9A46C}"/>
                </a:ext>
              </a:extLst>
            </p:cNvPr>
            <p:cNvSpPr/>
            <p:nvPr/>
          </p:nvSpPr>
          <p:spPr>
            <a:xfrm>
              <a:off x="4401118" y="2650669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6AE45FE-E8D4-128E-8988-F76DF61476B8}"/>
                </a:ext>
              </a:extLst>
            </p:cNvPr>
            <p:cNvSpPr/>
            <p:nvPr/>
          </p:nvSpPr>
          <p:spPr>
            <a:xfrm>
              <a:off x="4448932" y="2707472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75194C99-78FF-59C1-AA2D-E43E9703B45E}"/>
              </a:ext>
            </a:extLst>
          </p:cNvPr>
          <p:cNvGrpSpPr/>
          <p:nvPr/>
        </p:nvGrpSpPr>
        <p:grpSpPr>
          <a:xfrm>
            <a:off x="2852591" y="5009421"/>
            <a:ext cx="640316" cy="451984"/>
            <a:chOff x="4353304" y="2593866"/>
            <a:chExt cx="609599" cy="430302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D3DD5DC9-AFAD-7EF9-9C90-2DBB5745E41C}"/>
                </a:ext>
              </a:extLst>
            </p:cNvPr>
            <p:cNvSpPr/>
            <p:nvPr/>
          </p:nvSpPr>
          <p:spPr>
            <a:xfrm>
              <a:off x="4353304" y="2593866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29419EBB-E8C7-2D86-7203-45F3F6CDB209}"/>
                </a:ext>
              </a:extLst>
            </p:cNvPr>
            <p:cNvSpPr/>
            <p:nvPr/>
          </p:nvSpPr>
          <p:spPr>
            <a:xfrm>
              <a:off x="4401118" y="2650669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5FB116EF-7380-F0AF-2F06-D7FB33812149}"/>
                </a:ext>
              </a:extLst>
            </p:cNvPr>
            <p:cNvSpPr/>
            <p:nvPr/>
          </p:nvSpPr>
          <p:spPr>
            <a:xfrm>
              <a:off x="4448932" y="2707472"/>
              <a:ext cx="513971" cy="3166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CDFA6B9-5A4B-727A-12FE-41F089F49E7A}"/>
              </a:ext>
            </a:extLst>
          </p:cNvPr>
          <p:cNvSpPr txBox="1"/>
          <p:nvPr/>
        </p:nvSpPr>
        <p:spPr>
          <a:xfrm>
            <a:off x="-18990" y="4796948"/>
            <a:ext cx="322507" cy="2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endParaRPr lang="zh-CN" altLang="en-US" sz="1051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465792E-9D5F-9011-C3BA-B14FD9C6FE47}"/>
              </a:ext>
            </a:extLst>
          </p:cNvPr>
          <p:cNvSpPr txBox="1"/>
          <p:nvPr/>
        </p:nvSpPr>
        <p:spPr>
          <a:xfrm>
            <a:off x="-88403" y="5430663"/>
            <a:ext cx="322507" cy="2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endParaRPr lang="zh-CN" altLang="en-US" sz="1051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6DB05212-FCD0-5E30-4BFF-4DFEAB9098E5}"/>
              </a:ext>
            </a:extLst>
          </p:cNvPr>
          <p:cNvSpPr txBox="1"/>
          <p:nvPr/>
        </p:nvSpPr>
        <p:spPr>
          <a:xfrm>
            <a:off x="228205" y="5438357"/>
            <a:ext cx="32250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endParaRPr lang="zh-CN" altLang="en-US" sz="1051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C5704E8-7BA5-39AA-2018-87F0F7FD67DF}"/>
              </a:ext>
            </a:extLst>
          </p:cNvPr>
          <p:cNvSpPr txBox="1"/>
          <p:nvPr/>
        </p:nvSpPr>
        <p:spPr>
          <a:xfrm>
            <a:off x="763571" y="5924119"/>
            <a:ext cx="2470506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Every QKV head:  [N+1, head_dim]</a:t>
            </a:r>
            <a:endParaRPr lang="zh-CN" altLang="en-US" sz="1051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4B5E03DD-327E-CE0B-61D8-DBF713518EAB}"/>
              </a:ext>
            </a:extLst>
          </p:cNvPr>
          <p:cNvSpPr txBox="1"/>
          <p:nvPr/>
        </p:nvSpPr>
        <p:spPr>
          <a:xfrm>
            <a:off x="620029" y="3929028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Token1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54580E4C-4802-3015-7C3F-C7BDF03DA046}"/>
              </a:ext>
            </a:extLst>
          </p:cNvPr>
          <p:cNvSpPr txBox="1"/>
          <p:nvPr/>
        </p:nvSpPr>
        <p:spPr>
          <a:xfrm>
            <a:off x="1703082" y="3948806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Token1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4D689CDB-A5C5-906D-FEEE-71E69765D5E4}"/>
              </a:ext>
            </a:extLst>
          </p:cNvPr>
          <p:cNvSpPr txBox="1"/>
          <p:nvPr/>
        </p:nvSpPr>
        <p:spPr>
          <a:xfrm>
            <a:off x="2786134" y="3961804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Token1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DA8B1E0B-E10D-7F63-7A86-FCEF7F733068}"/>
              </a:ext>
            </a:extLst>
          </p:cNvPr>
          <p:cNvSpPr txBox="1"/>
          <p:nvPr/>
        </p:nvSpPr>
        <p:spPr>
          <a:xfrm>
            <a:off x="627687" y="4035866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Token2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298CF24F-0A99-75A7-7857-6215FA77D546}"/>
              </a:ext>
            </a:extLst>
          </p:cNvPr>
          <p:cNvSpPr txBox="1"/>
          <p:nvPr/>
        </p:nvSpPr>
        <p:spPr>
          <a:xfrm>
            <a:off x="1706559" y="4058341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Token2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531BF878-1206-E1A3-F067-C9625148043D}"/>
              </a:ext>
            </a:extLst>
          </p:cNvPr>
          <p:cNvSpPr txBox="1"/>
          <p:nvPr/>
        </p:nvSpPr>
        <p:spPr>
          <a:xfrm>
            <a:off x="2797639" y="4066224"/>
            <a:ext cx="515125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Token2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012E8F4C-F8AF-9E3A-E113-D3229666F049}"/>
              </a:ext>
            </a:extLst>
          </p:cNvPr>
          <p:cNvSpPr/>
          <p:nvPr/>
        </p:nvSpPr>
        <p:spPr>
          <a:xfrm>
            <a:off x="4824955" y="222517"/>
            <a:ext cx="908767" cy="5599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6DF8C9D4-78D4-8356-DDD9-2AAF0FBA15E8}"/>
              </a:ext>
            </a:extLst>
          </p:cNvPr>
          <p:cNvSpPr txBox="1"/>
          <p:nvPr/>
        </p:nvSpPr>
        <p:spPr>
          <a:xfrm>
            <a:off x="5007833" y="343749"/>
            <a:ext cx="5200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71" b="1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endParaRPr lang="zh-CN" altLang="en-US" sz="1471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箭头: 下 169">
            <a:extLst>
              <a:ext uri="{FF2B5EF4-FFF2-40B4-BE49-F238E27FC236}">
                <a16:creationId xmlns:a16="http://schemas.microsoft.com/office/drawing/2014/main" id="{6C7AF1D7-0351-8119-684C-4A21888828BF}"/>
              </a:ext>
            </a:extLst>
          </p:cNvPr>
          <p:cNvSpPr/>
          <p:nvPr/>
        </p:nvSpPr>
        <p:spPr>
          <a:xfrm rot="11652446">
            <a:off x="4019676" y="742328"/>
            <a:ext cx="174616" cy="4489066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89FBD652-483F-919F-6986-A7CD7BCA93A5}"/>
              </a:ext>
            </a:extLst>
          </p:cNvPr>
          <p:cNvSpPr txBox="1"/>
          <p:nvPr/>
        </p:nvSpPr>
        <p:spPr>
          <a:xfrm>
            <a:off x="3068496" y="3824779"/>
            <a:ext cx="97390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Embed_dim</a:t>
            </a:r>
            <a:endParaRPr lang="zh-CN" altLang="en-US" sz="1051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4E664FC-24F6-E30F-918C-816A034C335B}"/>
              </a:ext>
            </a:extLst>
          </p:cNvPr>
          <p:cNvSpPr txBox="1"/>
          <p:nvPr/>
        </p:nvSpPr>
        <p:spPr>
          <a:xfrm>
            <a:off x="2646673" y="2896808"/>
            <a:ext cx="1752070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Weight Matrix</a:t>
            </a:r>
          </a:p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(Fixed)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6FD3264F-9CEB-6C32-D225-88031458D5FE}"/>
              </a:ext>
            </a:extLst>
          </p:cNvPr>
          <p:cNvSpPr txBox="1"/>
          <p:nvPr/>
        </p:nvSpPr>
        <p:spPr>
          <a:xfrm>
            <a:off x="3153945" y="4628564"/>
            <a:ext cx="803001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Spilt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A0BF5ABC-08EA-2624-BF1E-5D3B604E8056}"/>
              </a:ext>
            </a:extLst>
          </p:cNvPr>
          <p:cNvSpPr/>
          <p:nvPr/>
        </p:nvSpPr>
        <p:spPr>
          <a:xfrm rot="5400000">
            <a:off x="6205312" y="226646"/>
            <a:ext cx="908767" cy="5599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FCA2462B-FA40-3499-0454-6F3EEAFC0163}"/>
              </a:ext>
            </a:extLst>
          </p:cNvPr>
          <p:cNvCxnSpPr>
            <a:cxnSpLocks/>
          </p:cNvCxnSpPr>
          <p:nvPr/>
        </p:nvCxnSpPr>
        <p:spPr>
          <a:xfrm flipH="1" flipV="1">
            <a:off x="4190854" y="17044"/>
            <a:ext cx="22724" cy="674428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146FFE3-C7C8-F977-1B3E-2CC2E87EB47A}"/>
              </a:ext>
            </a:extLst>
          </p:cNvPr>
          <p:cNvSpPr txBox="1"/>
          <p:nvPr/>
        </p:nvSpPr>
        <p:spPr>
          <a:xfrm>
            <a:off x="4427664" y="383618"/>
            <a:ext cx="46022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945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83542D6-1E88-4514-B63E-9D269608EC5A}"/>
              </a:ext>
            </a:extLst>
          </p:cNvPr>
          <p:cNvSpPr txBox="1"/>
          <p:nvPr/>
        </p:nvSpPr>
        <p:spPr>
          <a:xfrm>
            <a:off x="4874858" y="-21955"/>
            <a:ext cx="1659126" cy="2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</a:t>
            </a:r>
            <a:endParaRPr lang="zh-CN" altLang="en-US" sz="1051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0CCB386D-2376-06F3-E9C6-97AA146D6225}"/>
              </a:ext>
            </a:extLst>
          </p:cNvPr>
          <p:cNvSpPr txBox="1"/>
          <p:nvPr/>
        </p:nvSpPr>
        <p:spPr>
          <a:xfrm rot="5400000">
            <a:off x="5828667" y="407703"/>
            <a:ext cx="83902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</a:t>
            </a:r>
            <a:endParaRPr lang="zh-CN" altLang="en-US" sz="1051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C332ED69-097D-6620-86C5-D632AF08640D}"/>
              </a:ext>
            </a:extLst>
          </p:cNvPr>
          <p:cNvSpPr txBox="1"/>
          <p:nvPr/>
        </p:nvSpPr>
        <p:spPr>
          <a:xfrm>
            <a:off x="6709561" y="970369"/>
            <a:ext cx="46022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945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508BBE6E-78C4-0D9E-4AC8-9509042FC3B3}"/>
              </a:ext>
            </a:extLst>
          </p:cNvPr>
          <p:cNvSpPr txBox="1"/>
          <p:nvPr/>
        </p:nvSpPr>
        <p:spPr>
          <a:xfrm>
            <a:off x="6401288" y="353702"/>
            <a:ext cx="5200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71" b="1">
                <a:latin typeface="微软雅黑" panose="020B0503020204020204" pitchFamily="34" charset="-122"/>
                <a:ea typeface="微软雅黑" panose="020B0503020204020204" pitchFamily="34" charset="-122"/>
              </a:rPr>
              <a:t>KT</a:t>
            </a:r>
            <a:endParaRPr lang="zh-CN" altLang="en-US" sz="1471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FC04C4D7-42F2-4E83-8E16-7CBA9DFEB95C}"/>
              </a:ext>
            </a:extLst>
          </p:cNvPr>
          <p:cNvCxnSpPr>
            <a:cxnSpLocks/>
            <a:stCxn id="162" idx="2"/>
          </p:cNvCxnSpPr>
          <p:nvPr/>
        </p:nvCxnSpPr>
        <p:spPr>
          <a:xfrm>
            <a:off x="5279338" y="782475"/>
            <a:ext cx="0" cy="6460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CA7EF916-BE82-62AF-D4D9-161834AFE9B8}"/>
              </a:ext>
            </a:extLst>
          </p:cNvPr>
          <p:cNvCxnSpPr>
            <a:cxnSpLocks/>
            <a:stCxn id="172" idx="3"/>
          </p:cNvCxnSpPr>
          <p:nvPr/>
        </p:nvCxnSpPr>
        <p:spPr>
          <a:xfrm>
            <a:off x="6659695" y="961013"/>
            <a:ext cx="0" cy="4674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EBDFD5EA-77DD-A4F9-4A52-60376DBEEAD5}"/>
              </a:ext>
            </a:extLst>
          </p:cNvPr>
          <p:cNvCxnSpPr>
            <a:cxnSpLocks/>
            <a:stCxn id="201" idx="3"/>
          </p:cNvCxnSpPr>
          <p:nvPr/>
        </p:nvCxnSpPr>
        <p:spPr>
          <a:xfrm flipH="1" flipV="1">
            <a:off x="5279339" y="1428499"/>
            <a:ext cx="533599" cy="10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FFF67E3D-187A-413A-C305-97A60CDBDC1B}"/>
              </a:ext>
            </a:extLst>
          </p:cNvPr>
          <p:cNvCxnSpPr>
            <a:cxnSpLocks/>
            <a:endCxn id="201" idx="7"/>
          </p:cNvCxnSpPr>
          <p:nvPr/>
        </p:nvCxnSpPr>
        <p:spPr>
          <a:xfrm flipH="1">
            <a:off x="6051758" y="1418497"/>
            <a:ext cx="607943" cy="89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0D9CED4B-97F4-D90F-98FC-EE54D28586CE}"/>
              </a:ext>
            </a:extLst>
          </p:cNvPr>
          <p:cNvGrpSpPr/>
          <p:nvPr/>
        </p:nvGrpSpPr>
        <p:grpSpPr>
          <a:xfrm rot="2669972">
            <a:off x="5812936" y="1309089"/>
            <a:ext cx="238824" cy="238824"/>
            <a:chOff x="4759072" y="2158645"/>
            <a:chExt cx="227368" cy="227368"/>
          </a:xfrm>
        </p:grpSpPr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C6787F0C-264E-120E-2DF0-5034048270D1}"/>
                </a:ext>
              </a:extLst>
            </p:cNvPr>
            <p:cNvSpPr/>
            <p:nvPr/>
          </p:nvSpPr>
          <p:spPr>
            <a:xfrm>
              <a:off x="4759072" y="2158645"/>
              <a:ext cx="227368" cy="2273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391E7297-A8A3-AE5E-134D-1C2F22ADF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9072" y="2272329"/>
              <a:ext cx="2259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11A84395-ED2D-53A5-0830-AE050943FD89}"/>
                </a:ext>
              </a:extLst>
            </p:cNvPr>
            <p:cNvCxnSpPr>
              <a:cxnSpLocks/>
              <a:stCxn id="201" idx="0"/>
            </p:cNvCxnSpPr>
            <p:nvPr/>
          </p:nvCxnSpPr>
          <p:spPr>
            <a:xfrm flipH="1">
              <a:off x="4867071" y="2158645"/>
              <a:ext cx="5685" cy="2202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9908C574-03E9-66BB-A6FB-75BC8675BD07}"/>
              </a:ext>
            </a:extLst>
          </p:cNvPr>
          <p:cNvCxnSpPr>
            <a:cxnSpLocks/>
          </p:cNvCxnSpPr>
          <p:nvPr/>
        </p:nvCxnSpPr>
        <p:spPr>
          <a:xfrm>
            <a:off x="4945437" y="1418496"/>
            <a:ext cx="0" cy="3542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矩形 211">
            <a:extLst>
              <a:ext uri="{FF2B5EF4-FFF2-40B4-BE49-F238E27FC236}">
                <a16:creationId xmlns:a16="http://schemas.microsoft.com/office/drawing/2014/main" id="{F98ECB90-482D-2EBE-89B4-F38B3D060154}"/>
              </a:ext>
            </a:extLst>
          </p:cNvPr>
          <p:cNvSpPr/>
          <p:nvPr/>
        </p:nvSpPr>
        <p:spPr>
          <a:xfrm>
            <a:off x="4637905" y="1772750"/>
            <a:ext cx="576679" cy="5599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C71B67E7-F4B8-2C1B-2BDF-9744F82D6955}"/>
              </a:ext>
            </a:extLst>
          </p:cNvPr>
          <p:cNvSpPr txBox="1"/>
          <p:nvPr/>
        </p:nvSpPr>
        <p:spPr>
          <a:xfrm>
            <a:off x="4294611" y="1976185"/>
            <a:ext cx="46022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945"/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1F66AA23-EBDE-1D94-30EA-C109D0A19EBE}"/>
              </a:ext>
            </a:extLst>
          </p:cNvPr>
          <p:cNvSpPr txBox="1"/>
          <p:nvPr/>
        </p:nvSpPr>
        <p:spPr>
          <a:xfrm>
            <a:off x="4547600" y="1561301"/>
            <a:ext cx="576679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945"/>
          </a:p>
        </p:txBody>
      </p: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58C1D299-6B2A-7291-0FDA-0C149CF2A2D7}"/>
              </a:ext>
            </a:extLst>
          </p:cNvPr>
          <p:cNvCxnSpPr>
            <a:cxnSpLocks/>
          </p:cNvCxnSpPr>
          <p:nvPr/>
        </p:nvCxnSpPr>
        <p:spPr>
          <a:xfrm>
            <a:off x="5235648" y="2051004"/>
            <a:ext cx="48679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文本框 219">
            <a:extLst>
              <a:ext uri="{FF2B5EF4-FFF2-40B4-BE49-F238E27FC236}">
                <a16:creationId xmlns:a16="http://schemas.microsoft.com/office/drawing/2014/main" id="{9D7DCC4D-32E7-947E-60CB-516E43479438}"/>
              </a:ext>
            </a:extLst>
          </p:cNvPr>
          <p:cNvSpPr txBox="1"/>
          <p:nvPr/>
        </p:nvSpPr>
        <p:spPr>
          <a:xfrm>
            <a:off x="5227310" y="1836019"/>
            <a:ext cx="698932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endParaRPr lang="zh-CN" altLang="en-US" sz="945"/>
          </a:p>
        </p:txBody>
      </p: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885E0E8B-3932-BA25-8A93-46A51CBEE1A6}"/>
              </a:ext>
            </a:extLst>
          </p:cNvPr>
          <p:cNvGrpSpPr/>
          <p:nvPr/>
        </p:nvGrpSpPr>
        <p:grpSpPr>
          <a:xfrm>
            <a:off x="5392255" y="1553060"/>
            <a:ext cx="1049401" cy="779652"/>
            <a:chOff x="6255821" y="1632400"/>
            <a:chExt cx="999061" cy="742252"/>
          </a:xfrm>
        </p:grpSpPr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5AF4CA73-B668-9D0C-226D-F6A96D2F63FE}"/>
                </a:ext>
              </a:extLst>
            </p:cNvPr>
            <p:cNvSpPr/>
            <p:nvPr/>
          </p:nvSpPr>
          <p:spPr>
            <a:xfrm>
              <a:off x="6613340" y="1841555"/>
              <a:ext cx="549016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61F26C67-9D94-8725-F884-8E4FED547250}"/>
                </a:ext>
              </a:extLst>
            </p:cNvPr>
            <p:cNvSpPr txBox="1"/>
            <p:nvPr/>
          </p:nvSpPr>
          <p:spPr>
            <a:xfrm>
              <a:off x="6725475" y="1632400"/>
              <a:ext cx="529407" cy="226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45">
                  <a:latin typeface="微软雅黑" panose="020B0503020204020204" pitchFamily="34" charset="-122"/>
                  <a:ea typeface="微软雅黑" panose="020B0503020204020204" pitchFamily="34" charset="-122"/>
                </a:rPr>
                <a:t>N+1</a:t>
              </a:r>
              <a:endParaRPr lang="zh-CN" altLang="en-US" sz="945"/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2AA71699-7E96-9FD2-44D3-D1F5F1768A1A}"/>
                </a:ext>
              </a:extLst>
            </p:cNvPr>
            <p:cNvSpPr txBox="1"/>
            <p:nvPr/>
          </p:nvSpPr>
          <p:spPr>
            <a:xfrm>
              <a:off x="6255821" y="2132622"/>
              <a:ext cx="432921" cy="226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45">
                  <a:latin typeface="微软雅黑" panose="020B0503020204020204" pitchFamily="34" charset="-122"/>
                  <a:ea typeface="微软雅黑" panose="020B0503020204020204" pitchFamily="34" charset="-122"/>
                </a:rPr>
                <a:t>N+1</a:t>
              </a:r>
              <a:endParaRPr lang="zh-CN" altLang="en-US" sz="945"/>
            </a:p>
          </p:txBody>
        </p:sp>
      </p:grpSp>
      <p:sp>
        <p:nvSpPr>
          <p:cNvPr id="233" name="矩形 232">
            <a:extLst>
              <a:ext uri="{FF2B5EF4-FFF2-40B4-BE49-F238E27FC236}">
                <a16:creationId xmlns:a16="http://schemas.microsoft.com/office/drawing/2014/main" id="{0F989859-F483-8ECB-5BEA-09BF7E5CE899}"/>
              </a:ext>
            </a:extLst>
          </p:cNvPr>
          <p:cNvSpPr/>
          <p:nvPr/>
        </p:nvSpPr>
        <p:spPr>
          <a:xfrm>
            <a:off x="6888087" y="1772752"/>
            <a:ext cx="576680" cy="5599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A2720687-0FB4-2C4D-D55A-3A9F785FF0CB}"/>
              </a:ext>
            </a:extLst>
          </p:cNvPr>
          <p:cNvCxnSpPr>
            <a:cxnSpLocks/>
          </p:cNvCxnSpPr>
          <p:nvPr/>
        </p:nvCxnSpPr>
        <p:spPr>
          <a:xfrm flipH="1" flipV="1">
            <a:off x="4947783" y="1427455"/>
            <a:ext cx="533599" cy="10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EDBCF6BE-DF1C-B107-2B14-4D84C2F898F2}"/>
              </a:ext>
            </a:extLst>
          </p:cNvPr>
          <p:cNvSpPr txBox="1"/>
          <p:nvPr/>
        </p:nvSpPr>
        <p:spPr>
          <a:xfrm>
            <a:off x="6280690" y="1808540"/>
            <a:ext cx="698932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endParaRPr lang="zh-CN" altLang="en-US" sz="945"/>
          </a:p>
        </p:txBody>
      </p: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BE92BE32-4F18-C8BB-3D8F-AA99C1B21A85}"/>
              </a:ext>
            </a:extLst>
          </p:cNvPr>
          <p:cNvCxnSpPr>
            <a:cxnSpLocks/>
          </p:cNvCxnSpPr>
          <p:nvPr/>
        </p:nvCxnSpPr>
        <p:spPr>
          <a:xfrm>
            <a:off x="6377498" y="2051004"/>
            <a:ext cx="48591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BE1ED26D-ADBD-C239-9404-421CD47669A0}"/>
              </a:ext>
            </a:extLst>
          </p:cNvPr>
          <p:cNvGrpSpPr/>
          <p:nvPr/>
        </p:nvGrpSpPr>
        <p:grpSpPr>
          <a:xfrm>
            <a:off x="4632657" y="2783137"/>
            <a:ext cx="957525" cy="559959"/>
            <a:chOff x="6613340" y="1841555"/>
            <a:chExt cx="911591" cy="533097"/>
          </a:xfrm>
        </p:grpSpPr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D0C85A4D-6522-47E3-949D-704917872B99}"/>
                </a:ext>
              </a:extLst>
            </p:cNvPr>
            <p:cNvSpPr/>
            <p:nvPr/>
          </p:nvSpPr>
          <p:spPr>
            <a:xfrm>
              <a:off x="6613340" y="1841555"/>
              <a:ext cx="549016" cy="53309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55" name="文本框 254">
              <a:extLst>
                <a:ext uri="{FF2B5EF4-FFF2-40B4-BE49-F238E27FC236}">
                  <a16:creationId xmlns:a16="http://schemas.microsoft.com/office/drawing/2014/main" id="{DF36DF40-5794-8B12-B8DF-A37E3BF742FC}"/>
                </a:ext>
              </a:extLst>
            </p:cNvPr>
            <p:cNvSpPr txBox="1"/>
            <p:nvPr/>
          </p:nvSpPr>
          <p:spPr>
            <a:xfrm>
              <a:off x="7106648" y="1993964"/>
              <a:ext cx="418283" cy="2263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45">
                  <a:latin typeface="微软雅黑" panose="020B0503020204020204" pitchFamily="34" charset="-122"/>
                  <a:ea typeface="微软雅黑" panose="020B0503020204020204" pitchFamily="34" charset="-122"/>
                </a:rPr>
                <a:t>N+1</a:t>
              </a:r>
              <a:endParaRPr lang="zh-CN" altLang="en-US" sz="945"/>
            </a:p>
          </p:txBody>
        </p:sp>
      </p:grpSp>
      <p:sp>
        <p:nvSpPr>
          <p:cNvPr id="256" name="矩形 255">
            <a:extLst>
              <a:ext uri="{FF2B5EF4-FFF2-40B4-BE49-F238E27FC236}">
                <a16:creationId xmlns:a16="http://schemas.microsoft.com/office/drawing/2014/main" id="{A57B75C6-CEE1-09F9-F7BC-69BB546EFA27}"/>
              </a:ext>
            </a:extLst>
          </p:cNvPr>
          <p:cNvSpPr/>
          <p:nvPr/>
        </p:nvSpPr>
        <p:spPr>
          <a:xfrm>
            <a:off x="5828697" y="2783135"/>
            <a:ext cx="908767" cy="5599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BC4A38A8-7DCD-F076-6E95-73B2FC362B84}"/>
              </a:ext>
            </a:extLst>
          </p:cNvPr>
          <p:cNvSpPr txBox="1"/>
          <p:nvPr/>
        </p:nvSpPr>
        <p:spPr>
          <a:xfrm>
            <a:off x="6020661" y="2922823"/>
            <a:ext cx="5200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71" b="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endParaRPr lang="zh-CN" altLang="en-US" sz="1471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B8E7D524-1458-164B-449B-078C7FAD896D}"/>
              </a:ext>
            </a:extLst>
          </p:cNvPr>
          <p:cNvSpPr txBox="1"/>
          <p:nvPr/>
        </p:nvSpPr>
        <p:spPr>
          <a:xfrm>
            <a:off x="5474307" y="2946704"/>
            <a:ext cx="46022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945"/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9A1EFD09-9345-400A-0823-527124F887BC}"/>
              </a:ext>
            </a:extLst>
          </p:cNvPr>
          <p:cNvSpPr txBox="1"/>
          <p:nvPr/>
        </p:nvSpPr>
        <p:spPr>
          <a:xfrm>
            <a:off x="5885579" y="2524507"/>
            <a:ext cx="90876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</a:t>
            </a:r>
            <a:endParaRPr lang="zh-CN" altLang="en-US" sz="1051"/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12BC4EA2-D162-341C-D5E0-44C39A5C3B7B}"/>
              </a:ext>
            </a:extLst>
          </p:cNvPr>
          <p:cNvGrpSpPr/>
          <p:nvPr/>
        </p:nvGrpSpPr>
        <p:grpSpPr>
          <a:xfrm rot="2669972">
            <a:off x="5399918" y="3471848"/>
            <a:ext cx="238824" cy="238824"/>
            <a:chOff x="4759072" y="2158645"/>
            <a:chExt cx="227368" cy="227368"/>
          </a:xfrm>
        </p:grpSpPr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A864896E-34DB-BA8A-618A-F81C0B68C3DC}"/>
                </a:ext>
              </a:extLst>
            </p:cNvPr>
            <p:cNvSpPr/>
            <p:nvPr/>
          </p:nvSpPr>
          <p:spPr>
            <a:xfrm>
              <a:off x="4759072" y="2158645"/>
              <a:ext cx="227368" cy="2273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32063A10-221A-3797-5648-1E06C7E31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9072" y="2272329"/>
              <a:ext cx="2259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BEDEF6A1-C3E1-4DF2-0318-00DD57682EC9}"/>
                </a:ext>
              </a:extLst>
            </p:cNvPr>
            <p:cNvCxnSpPr>
              <a:cxnSpLocks/>
              <a:stCxn id="262" idx="0"/>
            </p:cNvCxnSpPr>
            <p:nvPr/>
          </p:nvCxnSpPr>
          <p:spPr>
            <a:xfrm flipH="1">
              <a:off x="4867071" y="2158645"/>
              <a:ext cx="5685" cy="2202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44C217EE-AE75-02F1-EC09-E8B9A9E7DEF1}"/>
              </a:ext>
            </a:extLst>
          </p:cNvPr>
          <p:cNvCxnSpPr>
            <a:cxnSpLocks/>
          </p:cNvCxnSpPr>
          <p:nvPr/>
        </p:nvCxnSpPr>
        <p:spPr>
          <a:xfrm flipH="1">
            <a:off x="4874858" y="3599573"/>
            <a:ext cx="517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4257C11E-DC56-9498-1726-2C7A55408DC4}"/>
              </a:ext>
            </a:extLst>
          </p:cNvPr>
          <p:cNvCxnSpPr>
            <a:cxnSpLocks/>
          </p:cNvCxnSpPr>
          <p:nvPr/>
        </p:nvCxnSpPr>
        <p:spPr>
          <a:xfrm flipH="1">
            <a:off x="5647383" y="3599572"/>
            <a:ext cx="595134" cy="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807BACFF-CA7C-6B17-5FFB-5B4CC63C5D71}"/>
              </a:ext>
            </a:extLst>
          </p:cNvPr>
          <p:cNvCxnSpPr>
            <a:cxnSpLocks/>
          </p:cNvCxnSpPr>
          <p:nvPr/>
        </p:nvCxnSpPr>
        <p:spPr>
          <a:xfrm flipV="1">
            <a:off x="6242515" y="3343096"/>
            <a:ext cx="0" cy="2564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0381D1A0-2546-E1AE-E6F5-2E1D68A33DE9}"/>
              </a:ext>
            </a:extLst>
          </p:cNvPr>
          <p:cNvCxnSpPr>
            <a:cxnSpLocks/>
          </p:cNvCxnSpPr>
          <p:nvPr/>
        </p:nvCxnSpPr>
        <p:spPr>
          <a:xfrm flipV="1">
            <a:off x="4883119" y="3343094"/>
            <a:ext cx="0" cy="2564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箭头连接符 274">
            <a:extLst>
              <a:ext uri="{FF2B5EF4-FFF2-40B4-BE49-F238E27FC236}">
                <a16:creationId xmlns:a16="http://schemas.microsoft.com/office/drawing/2014/main" id="{A7014CF9-F5DD-5B8A-9A03-115053CE1008}"/>
              </a:ext>
            </a:extLst>
          </p:cNvPr>
          <p:cNvCxnSpPr>
            <a:cxnSpLocks/>
          </p:cNvCxnSpPr>
          <p:nvPr/>
        </p:nvCxnSpPr>
        <p:spPr>
          <a:xfrm>
            <a:off x="5527893" y="3723864"/>
            <a:ext cx="0" cy="2379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矩形 276">
            <a:extLst>
              <a:ext uri="{FF2B5EF4-FFF2-40B4-BE49-F238E27FC236}">
                <a16:creationId xmlns:a16="http://schemas.microsoft.com/office/drawing/2014/main" id="{B98E98DA-C132-45AE-D876-D7E33A9B7ACD}"/>
              </a:ext>
            </a:extLst>
          </p:cNvPr>
          <p:cNvSpPr/>
          <p:nvPr/>
        </p:nvSpPr>
        <p:spPr>
          <a:xfrm>
            <a:off x="5084988" y="3997305"/>
            <a:ext cx="908767" cy="4043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08B35548-C3BE-3449-AD06-562EFDA6AE75}"/>
              </a:ext>
            </a:extLst>
          </p:cNvPr>
          <p:cNvSpPr txBox="1"/>
          <p:nvPr/>
        </p:nvSpPr>
        <p:spPr>
          <a:xfrm>
            <a:off x="5279731" y="4050599"/>
            <a:ext cx="5200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71" b="1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endParaRPr lang="zh-CN" altLang="en-US" sz="1471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8" name="组合 287">
            <a:extLst>
              <a:ext uri="{FF2B5EF4-FFF2-40B4-BE49-F238E27FC236}">
                <a16:creationId xmlns:a16="http://schemas.microsoft.com/office/drawing/2014/main" id="{E540E7D9-1A85-5838-F2DC-5FBDACAB8FB2}"/>
              </a:ext>
            </a:extLst>
          </p:cNvPr>
          <p:cNvGrpSpPr/>
          <p:nvPr/>
        </p:nvGrpSpPr>
        <p:grpSpPr>
          <a:xfrm>
            <a:off x="4460070" y="4710661"/>
            <a:ext cx="2638683" cy="330740"/>
            <a:chOff x="4673099" y="4787826"/>
            <a:chExt cx="2512102" cy="533099"/>
          </a:xfrm>
        </p:grpSpPr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8D348636-8DD7-4D3E-6E2E-BAFEA20BACD7}"/>
                </a:ext>
              </a:extLst>
            </p:cNvPr>
            <p:cNvSpPr/>
            <p:nvPr/>
          </p:nvSpPr>
          <p:spPr>
            <a:xfrm>
              <a:off x="4673099" y="4787828"/>
              <a:ext cx="624157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391D7E53-DC50-4220-769E-31569FB76A42}"/>
                </a:ext>
              </a:extLst>
            </p:cNvPr>
            <p:cNvSpPr/>
            <p:nvPr/>
          </p:nvSpPr>
          <p:spPr>
            <a:xfrm>
              <a:off x="5301422" y="4787827"/>
              <a:ext cx="624157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23FF626D-5626-7F06-66C9-23EA700ADC30}"/>
                </a:ext>
              </a:extLst>
            </p:cNvPr>
            <p:cNvSpPr/>
            <p:nvPr/>
          </p:nvSpPr>
          <p:spPr>
            <a:xfrm>
              <a:off x="5931233" y="4787826"/>
              <a:ext cx="624157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0DF24E33-9D5C-9A8F-AD8E-E16A3BB3104D}"/>
                </a:ext>
              </a:extLst>
            </p:cNvPr>
            <p:cNvSpPr/>
            <p:nvPr/>
          </p:nvSpPr>
          <p:spPr>
            <a:xfrm>
              <a:off x="6561044" y="4787826"/>
              <a:ext cx="624157" cy="533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</p:grpSp>
      <p:sp>
        <p:nvSpPr>
          <p:cNvPr id="284" name="文本框 283">
            <a:extLst>
              <a:ext uri="{FF2B5EF4-FFF2-40B4-BE49-F238E27FC236}">
                <a16:creationId xmlns:a16="http://schemas.microsoft.com/office/drawing/2014/main" id="{4D5CEAF8-3024-7D93-3ADA-4CB5F36DA6CB}"/>
              </a:ext>
            </a:extLst>
          </p:cNvPr>
          <p:cNvSpPr txBox="1"/>
          <p:nvPr/>
        </p:nvSpPr>
        <p:spPr>
          <a:xfrm>
            <a:off x="5965499" y="4414745"/>
            <a:ext cx="1752070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5" b="1"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lang="zh-CN" altLang="en-US" sz="115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86F2D401-0237-0D14-8750-5ED97B35051C}"/>
              </a:ext>
            </a:extLst>
          </p:cNvPr>
          <p:cNvSpPr txBox="1"/>
          <p:nvPr/>
        </p:nvSpPr>
        <p:spPr>
          <a:xfrm>
            <a:off x="4835940" y="4075828"/>
            <a:ext cx="193491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945"/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EC850F81-CB6C-1546-61C3-E7B6A22B240C}"/>
              </a:ext>
            </a:extLst>
          </p:cNvPr>
          <p:cNvSpPr txBox="1"/>
          <p:nvPr/>
        </p:nvSpPr>
        <p:spPr>
          <a:xfrm>
            <a:off x="5603547" y="3765035"/>
            <a:ext cx="90876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head_dim</a:t>
            </a:r>
            <a:endParaRPr lang="zh-CN" altLang="en-US" sz="1051"/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162D8031-BA5E-B48B-41F3-4A672EB9EEEC}"/>
              </a:ext>
            </a:extLst>
          </p:cNvPr>
          <p:cNvSpPr txBox="1"/>
          <p:nvPr/>
        </p:nvSpPr>
        <p:spPr>
          <a:xfrm>
            <a:off x="4238246" y="4770842"/>
            <a:ext cx="193491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945"/>
          </a:p>
        </p:txBody>
      </p:sp>
      <p:cxnSp>
        <p:nvCxnSpPr>
          <p:cNvPr id="289" name="直接箭头连接符 288">
            <a:extLst>
              <a:ext uri="{FF2B5EF4-FFF2-40B4-BE49-F238E27FC236}">
                <a16:creationId xmlns:a16="http://schemas.microsoft.com/office/drawing/2014/main" id="{BEB7652F-8443-9D1C-938B-15B607A70BC2}"/>
              </a:ext>
            </a:extLst>
          </p:cNvPr>
          <p:cNvCxnSpPr>
            <a:cxnSpLocks/>
          </p:cNvCxnSpPr>
          <p:nvPr/>
        </p:nvCxnSpPr>
        <p:spPr>
          <a:xfrm>
            <a:off x="5534232" y="4446878"/>
            <a:ext cx="0" cy="2379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文本框 289">
            <a:extLst>
              <a:ext uri="{FF2B5EF4-FFF2-40B4-BE49-F238E27FC236}">
                <a16:creationId xmlns:a16="http://schemas.microsoft.com/office/drawing/2014/main" id="{E3227F0B-A533-1E00-2225-8F4263C08292}"/>
              </a:ext>
            </a:extLst>
          </p:cNvPr>
          <p:cNvSpPr txBox="1"/>
          <p:nvPr/>
        </p:nvSpPr>
        <p:spPr>
          <a:xfrm>
            <a:off x="5614764" y="4445963"/>
            <a:ext cx="97390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Embed_dim</a:t>
            </a:r>
            <a:endParaRPr lang="zh-CN" altLang="en-US" sz="1051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A2C019D3-104B-95E4-8509-EFFAEB2F2E5B}"/>
              </a:ext>
            </a:extLst>
          </p:cNvPr>
          <p:cNvSpPr txBox="1"/>
          <p:nvPr/>
        </p:nvSpPr>
        <p:spPr>
          <a:xfrm>
            <a:off x="5647383" y="5090729"/>
            <a:ext cx="1919666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Linear : FFN, ADD,NORM</a:t>
            </a:r>
            <a:endParaRPr lang="zh-CN" altLang="en-US" sz="1051"/>
          </a:p>
        </p:txBody>
      </p:sp>
      <p:cxnSp>
        <p:nvCxnSpPr>
          <p:cNvPr id="292" name="直接箭头连接符 291">
            <a:extLst>
              <a:ext uri="{FF2B5EF4-FFF2-40B4-BE49-F238E27FC236}">
                <a16:creationId xmlns:a16="http://schemas.microsoft.com/office/drawing/2014/main" id="{B3B3E338-4572-6727-5CB7-E6469A26AE7E}"/>
              </a:ext>
            </a:extLst>
          </p:cNvPr>
          <p:cNvCxnSpPr>
            <a:cxnSpLocks/>
          </p:cNvCxnSpPr>
          <p:nvPr/>
        </p:nvCxnSpPr>
        <p:spPr>
          <a:xfrm>
            <a:off x="5539371" y="5058686"/>
            <a:ext cx="0" cy="2885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矩形 296">
            <a:extLst>
              <a:ext uri="{FF2B5EF4-FFF2-40B4-BE49-F238E27FC236}">
                <a16:creationId xmlns:a16="http://schemas.microsoft.com/office/drawing/2014/main" id="{AF83A40F-02BC-09F5-6C14-7E0245817A1E}"/>
              </a:ext>
            </a:extLst>
          </p:cNvPr>
          <p:cNvSpPr/>
          <p:nvPr/>
        </p:nvSpPr>
        <p:spPr>
          <a:xfrm>
            <a:off x="3245312" y="558687"/>
            <a:ext cx="450996" cy="279752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6E1CAD25-7339-5087-3903-C53DD0B3AE9A}"/>
              </a:ext>
            </a:extLst>
          </p:cNvPr>
          <p:cNvSpPr txBox="1"/>
          <p:nvPr/>
        </p:nvSpPr>
        <p:spPr>
          <a:xfrm>
            <a:off x="3253257" y="572795"/>
            <a:ext cx="729879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1">
                <a:latin typeface="+mn-ea"/>
              </a:rPr>
              <a:t>1123</a:t>
            </a:r>
            <a:endParaRPr lang="zh-CN" altLang="en-US" sz="1051">
              <a:latin typeface="+mn-ea"/>
            </a:endParaRP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24C7CFFB-19F4-5C5F-E2E2-8CD8B3AF0C04}"/>
              </a:ext>
            </a:extLst>
          </p:cNvPr>
          <p:cNvSpPr/>
          <p:nvPr/>
        </p:nvSpPr>
        <p:spPr>
          <a:xfrm>
            <a:off x="4432828" y="5359683"/>
            <a:ext cx="2648928" cy="4109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EB6CEE58-99AF-C4AA-E612-88B46460F8D0}"/>
              </a:ext>
            </a:extLst>
          </p:cNvPr>
          <p:cNvSpPr/>
          <p:nvPr/>
        </p:nvSpPr>
        <p:spPr>
          <a:xfrm>
            <a:off x="4434199" y="5690770"/>
            <a:ext cx="2648928" cy="79879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67557C9B-8316-E2AA-6703-DD410840A4AE}"/>
              </a:ext>
            </a:extLst>
          </p:cNvPr>
          <p:cNvSpPr txBox="1"/>
          <p:nvPr/>
        </p:nvSpPr>
        <p:spPr>
          <a:xfrm>
            <a:off x="4838696" y="5797097"/>
            <a:ext cx="2175092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get last token hidden state</a:t>
            </a:r>
            <a:endParaRPr lang="zh-CN" altLang="en-US" sz="1051"/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FEF8C4DE-9A95-39C7-3084-A2E0FE0BB108}"/>
              </a:ext>
            </a:extLst>
          </p:cNvPr>
          <p:cNvSpPr/>
          <p:nvPr/>
        </p:nvSpPr>
        <p:spPr>
          <a:xfrm>
            <a:off x="4362029" y="6120285"/>
            <a:ext cx="614231" cy="94166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5B63C4B7-6B3E-330F-58CC-A205B145F5BD}"/>
              </a:ext>
            </a:extLst>
          </p:cNvPr>
          <p:cNvSpPr/>
          <p:nvPr/>
        </p:nvSpPr>
        <p:spPr>
          <a:xfrm>
            <a:off x="5342588" y="6040346"/>
            <a:ext cx="832777" cy="4109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grpSp>
        <p:nvGrpSpPr>
          <p:cNvPr id="308" name="组合 307">
            <a:extLst>
              <a:ext uri="{FF2B5EF4-FFF2-40B4-BE49-F238E27FC236}">
                <a16:creationId xmlns:a16="http://schemas.microsoft.com/office/drawing/2014/main" id="{5D621F27-44F6-E0E8-D998-542999FF6AAC}"/>
              </a:ext>
            </a:extLst>
          </p:cNvPr>
          <p:cNvGrpSpPr/>
          <p:nvPr/>
        </p:nvGrpSpPr>
        <p:grpSpPr>
          <a:xfrm rot="2669972">
            <a:off x="5049787" y="6088812"/>
            <a:ext cx="176646" cy="176646"/>
            <a:chOff x="4759072" y="2158645"/>
            <a:chExt cx="227368" cy="227368"/>
          </a:xfrm>
        </p:grpSpPr>
        <p:sp>
          <p:nvSpPr>
            <p:cNvPr id="309" name="椭圆 308">
              <a:extLst>
                <a:ext uri="{FF2B5EF4-FFF2-40B4-BE49-F238E27FC236}">
                  <a16:creationId xmlns:a16="http://schemas.microsoft.com/office/drawing/2014/main" id="{A1A61024-B75C-792C-1217-BE5760C71492}"/>
                </a:ext>
              </a:extLst>
            </p:cNvPr>
            <p:cNvSpPr/>
            <p:nvPr/>
          </p:nvSpPr>
          <p:spPr>
            <a:xfrm>
              <a:off x="4759072" y="2158645"/>
              <a:ext cx="227368" cy="2273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1"/>
            </a:p>
          </p:txBody>
        </p: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2F8A337C-194D-995A-DEFA-BED8D94A5A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9072" y="2272329"/>
              <a:ext cx="2259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A70ACE46-9924-CA36-BC1C-3C6B1CB7CA36}"/>
                </a:ext>
              </a:extLst>
            </p:cNvPr>
            <p:cNvCxnSpPr>
              <a:cxnSpLocks/>
              <a:stCxn id="309" idx="0"/>
            </p:cNvCxnSpPr>
            <p:nvPr/>
          </p:nvCxnSpPr>
          <p:spPr>
            <a:xfrm flipH="1">
              <a:off x="4867071" y="2158645"/>
              <a:ext cx="5685" cy="2202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2" name="文本框 311">
            <a:extLst>
              <a:ext uri="{FF2B5EF4-FFF2-40B4-BE49-F238E27FC236}">
                <a16:creationId xmlns:a16="http://schemas.microsoft.com/office/drawing/2014/main" id="{3429AE6F-8E1B-EB37-04BD-7C4E98475C02}"/>
              </a:ext>
            </a:extLst>
          </p:cNvPr>
          <p:cNvSpPr txBox="1"/>
          <p:nvPr/>
        </p:nvSpPr>
        <p:spPr>
          <a:xfrm>
            <a:off x="5360285" y="6069225"/>
            <a:ext cx="815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[Embed_dim ,vocab_size]</a:t>
            </a:r>
            <a:endParaRPr lang="zh-CN" altLang="en-US" sz="800"/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691DCA48-4B05-4438-6364-D9D403F3E19F}"/>
              </a:ext>
            </a:extLst>
          </p:cNvPr>
          <p:cNvSpPr txBox="1"/>
          <p:nvPr/>
        </p:nvSpPr>
        <p:spPr>
          <a:xfrm>
            <a:off x="4213578" y="6235589"/>
            <a:ext cx="943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[1,Embed_dim]</a:t>
            </a:r>
            <a:endParaRPr lang="zh-CN" altLang="en-US" sz="800"/>
          </a:p>
        </p:txBody>
      </p:sp>
      <p:sp>
        <p:nvSpPr>
          <p:cNvPr id="314" name="箭头: 下 313">
            <a:extLst>
              <a:ext uri="{FF2B5EF4-FFF2-40B4-BE49-F238E27FC236}">
                <a16:creationId xmlns:a16="http://schemas.microsoft.com/office/drawing/2014/main" id="{9F830365-532C-71E7-1E2B-7927542FD25D}"/>
              </a:ext>
            </a:extLst>
          </p:cNvPr>
          <p:cNvSpPr/>
          <p:nvPr/>
        </p:nvSpPr>
        <p:spPr>
          <a:xfrm rot="16200000">
            <a:off x="6280587" y="6066117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1440C5EA-1FB8-4E39-E437-3260D5DA3EEA}"/>
              </a:ext>
            </a:extLst>
          </p:cNvPr>
          <p:cNvSpPr/>
          <p:nvPr/>
        </p:nvSpPr>
        <p:spPr>
          <a:xfrm>
            <a:off x="6620455" y="6178163"/>
            <a:ext cx="614231" cy="94166"/>
          </a:xfrm>
          <a:prstGeom prst="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99321336-496C-8EF9-9602-6621F78EAF75}"/>
              </a:ext>
            </a:extLst>
          </p:cNvPr>
          <p:cNvSpPr txBox="1"/>
          <p:nvPr/>
        </p:nvSpPr>
        <p:spPr>
          <a:xfrm>
            <a:off x="6507699" y="6275097"/>
            <a:ext cx="943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[1, vocab_size]</a:t>
            </a:r>
            <a:endParaRPr lang="zh-CN" altLang="en-US" sz="800"/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A6F8BDDE-BFC5-23E3-D9D7-A2F8116EF2DA}"/>
              </a:ext>
            </a:extLst>
          </p:cNvPr>
          <p:cNvSpPr/>
          <p:nvPr/>
        </p:nvSpPr>
        <p:spPr>
          <a:xfrm>
            <a:off x="4390392" y="6610389"/>
            <a:ext cx="614231" cy="94166"/>
          </a:xfrm>
          <a:prstGeom prst="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40B708F7-7696-3D23-3323-1C2450F12BD8}"/>
              </a:ext>
            </a:extLst>
          </p:cNvPr>
          <p:cNvSpPr txBox="1"/>
          <p:nvPr/>
        </p:nvSpPr>
        <p:spPr>
          <a:xfrm>
            <a:off x="5117765" y="6474818"/>
            <a:ext cx="784724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Softmax, Sampler</a:t>
            </a:r>
            <a:endParaRPr lang="zh-CN" altLang="en-US" sz="945"/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AEA2DBE9-B907-0FD8-456B-4BC002076D00}"/>
              </a:ext>
            </a:extLst>
          </p:cNvPr>
          <p:cNvSpPr/>
          <p:nvPr/>
        </p:nvSpPr>
        <p:spPr>
          <a:xfrm>
            <a:off x="6517562" y="6543271"/>
            <a:ext cx="225247" cy="211618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20" name="箭头: 下 319">
            <a:extLst>
              <a:ext uri="{FF2B5EF4-FFF2-40B4-BE49-F238E27FC236}">
                <a16:creationId xmlns:a16="http://schemas.microsoft.com/office/drawing/2014/main" id="{C6BEE427-3A24-E78A-0CC3-126ED732D8F6}"/>
              </a:ext>
            </a:extLst>
          </p:cNvPr>
          <p:cNvSpPr/>
          <p:nvPr/>
        </p:nvSpPr>
        <p:spPr>
          <a:xfrm rot="16200000">
            <a:off x="6048263" y="6487893"/>
            <a:ext cx="188897" cy="32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21" name="文本框 320">
            <a:extLst>
              <a:ext uri="{FF2B5EF4-FFF2-40B4-BE49-F238E27FC236}">
                <a16:creationId xmlns:a16="http://schemas.microsoft.com/office/drawing/2014/main" id="{AC2EE153-4476-42FF-58A1-8F7195CC7AEE}"/>
              </a:ext>
            </a:extLst>
          </p:cNvPr>
          <p:cNvSpPr txBox="1"/>
          <p:nvPr/>
        </p:nvSpPr>
        <p:spPr>
          <a:xfrm>
            <a:off x="6760509" y="6511935"/>
            <a:ext cx="973907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1"/>
              <a:t>New Token</a:t>
            </a:r>
            <a:endParaRPr lang="zh-CN" altLang="en-US" sz="1051"/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2A61A1E3-A6F5-470D-C4EE-CE6125D9E20A}"/>
              </a:ext>
            </a:extLst>
          </p:cNvPr>
          <p:cNvSpPr txBox="1"/>
          <p:nvPr/>
        </p:nvSpPr>
        <p:spPr>
          <a:xfrm>
            <a:off x="3085760" y="868108"/>
            <a:ext cx="9199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</a:rPr>
              <a:t>New Token</a:t>
            </a:r>
            <a:endParaRPr lang="zh-CN" altLang="en-US" sz="1000"/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DE35D248-8FA0-C593-5BB9-DAA60BAFDDDB}"/>
              </a:ext>
            </a:extLst>
          </p:cNvPr>
          <p:cNvSpPr/>
          <p:nvPr/>
        </p:nvSpPr>
        <p:spPr>
          <a:xfrm>
            <a:off x="998026" y="2919484"/>
            <a:ext cx="1944510" cy="115355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80351E2C-A5DE-2496-32AA-BBDB7AC56460}"/>
              </a:ext>
            </a:extLst>
          </p:cNvPr>
          <p:cNvSpPr/>
          <p:nvPr/>
        </p:nvSpPr>
        <p:spPr>
          <a:xfrm>
            <a:off x="428265" y="4526924"/>
            <a:ext cx="836986" cy="80782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15DCD15F-1FB0-1155-E65F-EC6CBB2FEDE3}"/>
              </a:ext>
            </a:extLst>
          </p:cNvPr>
          <p:cNvSpPr txBox="1"/>
          <p:nvPr/>
        </p:nvSpPr>
        <p:spPr>
          <a:xfrm>
            <a:off x="600455" y="4438827"/>
            <a:ext cx="620458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TokenN+1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B838CCAE-B477-4D62-6588-7D067B569D81}"/>
              </a:ext>
            </a:extLst>
          </p:cNvPr>
          <p:cNvSpPr/>
          <p:nvPr/>
        </p:nvSpPr>
        <p:spPr>
          <a:xfrm>
            <a:off x="1503794" y="4552485"/>
            <a:ext cx="836986" cy="80782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C2C0DADA-BC76-C5CD-10FE-BC056059B3A1}"/>
              </a:ext>
            </a:extLst>
          </p:cNvPr>
          <p:cNvSpPr txBox="1"/>
          <p:nvPr/>
        </p:nvSpPr>
        <p:spPr>
          <a:xfrm>
            <a:off x="1689581" y="4460508"/>
            <a:ext cx="608134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TokenN+1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E8A9B828-736B-37D7-0060-F264FA423D12}"/>
              </a:ext>
            </a:extLst>
          </p:cNvPr>
          <p:cNvSpPr/>
          <p:nvPr/>
        </p:nvSpPr>
        <p:spPr>
          <a:xfrm>
            <a:off x="2580891" y="4553649"/>
            <a:ext cx="836986" cy="80782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3F9C54A5-3565-1D2F-FF8F-9A7740D132AF}"/>
              </a:ext>
            </a:extLst>
          </p:cNvPr>
          <p:cNvSpPr txBox="1"/>
          <p:nvPr/>
        </p:nvSpPr>
        <p:spPr>
          <a:xfrm>
            <a:off x="2734029" y="4470992"/>
            <a:ext cx="611922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0">
                <a:latin typeface="微软雅黑" panose="020B0503020204020204" pitchFamily="34" charset="-122"/>
                <a:ea typeface="微软雅黑" panose="020B0503020204020204" pitchFamily="34" charset="-122"/>
              </a:rPr>
              <a:t>TokenN+1</a:t>
            </a:r>
            <a:r>
              <a:rPr lang="en-US" altLang="zh-CN" sz="105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51"/>
          </a:p>
        </p:txBody>
      </p:sp>
      <p:cxnSp>
        <p:nvCxnSpPr>
          <p:cNvPr id="332" name="直接连接符 331">
            <a:extLst>
              <a:ext uri="{FF2B5EF4-FFF2-40B4-BE49-F238E27FC236}">
                <a16:creationId xmlns:a16="http://schemas.microsoft.com/office/drawing/2014/main" id="{BFE98DE6-0CCD-D47D-E424-D317117CD6A0}"/>
              </a:ext>
            </a:extLst>
          </p:cNvPr>
          <p:cNvCxnSpPr>
            <a:cxnSpLocks/>
          </p:cNvCxnSpPr>
          <p:nvPr/>
        </p:nvCxnSpPr>
        <p:spPr>
          <a:xfrm>
            <a:off x="142263" y="5433045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>
            <a:extLst>
              <a:ext uri="{FF2B5EF4-FFF2-40B4-BE49-F238E27FC236}">
                <a16:creationId xmlns:a16="http://schemas.microsoft.com/office/drawing/2014/main" id="{25AE4FC1-815F-CE74-9DB9-DD50B435209A}"/>
              </a:ext>
            </a:extLst>
          </p:cNvPr>
          <p:cNvCxnSpPr>
            <a:cxnSpLocks/>
          </p:cNvCxnSpPr>
          <p:nvPr/>
        </p:nvCxnSpPr>
        <p:spPr>
          <a:xfrm>
            <a:off x="87698" y="5371240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>
            <a:extLst>
              <a:ext uri="{FF2B5EF4-FFF2-40B4-BE49-F238E27FC236}">
                <a16:creationId xmlns:a16="http://schemas.microsoft.com/office/drawing/2014/main" id="{66BF4F7E-75E8-F86A-B4B7-71971448A5BE}"/>
              </a:ext>
            </a:extLst>
          </p:cNvPr>
          <p:cNvCxnSpPr>
            <a:cxnSpLocks/>
          </p:cNvCxnSpPr>
          <p:nvPr/>
        </p:nvCxnSpPr>
        <p:spPr>
          <a:xfrm>
            <a:off x="26257" y="5301847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1A6BAD1D-A5DB-0C30-1A67-D4EE269BF8B3}"/>
              </a:ext>
            </a:extLst>
          </p:cNvPr>
          <p:cNvCxnSpPr>
            <a:cxnSpLocks/>
          </p:cNvCxnSpPr>
          <p:nvPr/>
        </p:nvCxnSpPr>
        <p:spPr>
          <a:xfrm>
            <a:off x="1006860" y="5321377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>
            <a:extLst>
              <a:ext uri="{FF2B5EF4-FFF2-40B4-BE49-F238E27FC236}">
                <a16:creationId xmlns:a16="http://schemas.microsoft.com/office/drawing/2014/main" id="{9268360D-93B5-F909-C292-849A9865BB45}"/>
              </a:ext>
            </a:extLst>
          </p:cNvPr>
          <p:cNvCxnSpPr>
            <a:cxnSpLocks/>
          </p:cNvCxnSpPr>
          <p:nvPr/>
        </p:nvCxnSpPr>
        <p:spPr>
          <a:xfrm>
            <a:off x="1054485" y="5378384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>
            <a:extLst>
              <a:ext uri="{FF2B5EF4-FFF2-40B4-BE49-F238E27FC236}">
                <a16:creationId xmlns:a16="http://schemas.microsoft.com/office/drawing/2014/main" id="{FAA2A0DB-15C2-DF06-0A3F-DDD73AE9EA50}"/>
              </a:ext>
            </a:extLst>
          </p:cNvPr>
          <p:cNvCxnSpPr>
            <a:cxnSpLocks/>
          </p:cNvCxnSpPr>
          <p:nvPr/>
        </p:nvCxnSpPr>
        <p:spPr>
          <a:xfrm>
            <a:off x="1093653" y="5435426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连接符 339">
            <a:extLst>
              <a:ext uri="{FF2B5EF4-FFF2-40B4-BE49-F238E27FC236}">
                <a16:creationId xmlns:a16="http://schemas.microsoft.com/office/drawing/2014/main" id="{D7DE89DA-34E4-0C99-BB07-48FF37E929D6}"/>
              </a:ext>
            </a:extLst>
          </p:cNvPr>
          <p:cNvCxnSpPr>
            <a:cxnSpLocks/>
          </p:cNvCxnSpPr>
          <p:nvPr/>
        </p:nvCxnSpPr>
        <p:spPr>
          <a:xfrm>
            <a:off x="1922908" y="5303587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连接符 340">
            <a:extLst>
              <a:ext uri="{FF2B5EF4-FFF2-40B4-BE49-F238E27FC236}">
                <a16:creationId xmlns:a16="http://schemas.microsoft.com/office/drawing/2014/main" id="{8C47752F-7EB7-C911-C015-5CD1B545B975}"/>
              </a:ext>
            </a:extLst>
          </p:cNvPr>
          <p:cNvCxnSpPr>
            <a:cxnSpLocks/>
          </p:cNvCxnSpPr>
          <p:nvPr/>
        </p:nvCxnSpPr>
        <p:spPr>
          <a:xfrm>
            <a:off x="1962383" y="5376002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>
            <a:extLst>
              <a:ext uri="{FF2B5EF4-FFF2-40B4-BE49-F238E27FC236}">
                <a16:creationId xmlns:a16="http://schemas.microsoft.com/office/drawing/2014/main" id="{249C2E1A-EB59-F03E-3603-69019813C228}"/>
              </a:ext>
            </a:extLst>
          </p:cNvPr>
          <p:cNvCxnSpPr>
            <a:cxnSpLocks/>
          </p:cNvCxnSpPr>
          <p:nvPr/>
        </p:nvCxnSpPr>
        <p:spPr>
          <a:xfrm>
            <a:off x="2044134" y="5427732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连接符 342">
            <a:extLst>
              <a:ext uri="{FF2B5EF4-FFF2-40B4-BE49-F238E27FC236}">
                <a16:creationId xmlns:a16="http://schemas.microsoft.com/office/drawing/2014/main" id="{AEE394CE-D74E-EF0E-B203-4C4AB2484C73}"/>
              </a:ext>
            </a:extLst>
          </p:cNvPr>
          <p:cNvCxnSpPr>
            <a:cxnSpLocks/>
          </p:cNvCxnSpPr>
          <p:nvPr/>
        </p:nvCxnSpPr>
        <p:spPr>
          <a:xfrm>
            <a:off x="2931452" y="5366756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直接连接符 343">
            <a:extLst>
              <a:ext uri="{FF2B5EF4-FFF2-40B4-BE49-F238E27FC236}">
                <a16:creationId xmlns:a16="http://schemas.microsoft.com/office/drawing/2014/main" id="{CDD1096C-24CD-3EC5-7007-49C51DABA63E}"/>
              </a:ext>
            </a:extLst>
          </p:cNvPr>
          <p:cNvCxnSpPr>
            <a:cxnSpLocks/>
          </p:cNvCxnSpPr>
          <p:nvPr/>
        </p:nvCxnSpPr>
        <p:spPr>
          <a:xfrm>
            <a:off x="2878111" y="5311348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A87BD74F-2EAF-3B65-9342-E8761ED9E401}"/>
              </a:ext>
            </a:extLst>
          </p:cNvPr>
          <p:cNvCxnSpPr>
            <a:cxnSpLocks/>
          </p:cNvCxnSpPr>
          <p:nvPr/>
        </p:nvCxnSpPr>
        <p:spPr>
          <a:xfrm>
            <a:off x="2974045" y="5430663"/>
            <a:ext cx="493966" cy="29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矩形 345">
            <a:extLst>
              <a:ext uri="{FF2B5EF4-FFF2-40B4-BE49-F238E27FC236}">
                <a16:creationId xmlns:a16="http://schemas.microsoft.com/office/drawing/2014/main" id="{1823A04F-92DE-E782-B6BA-1B54D0A1CFC2}"/>
              </a:ext>
            </a:extLst>
          </p:cNvPr>
          <p:cNvSpPr/>
          <p:nvPr/>
        </p:nvSpPr>
        <p:spPr>
          <a:xfrm>
            <a:off x="4833711" y="678871"/>
            <a:ext cx="884722" cy="82216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FC418902-09C9-339C-FCF0-6F5E85EFEFF5}"/>
              </a:ext>
            </a:extLst>
          </p:cNvPr>
          <p:cNvSpPr/>
          <p:nvPr/>
        </p:nvSpPr>
        <p:spPr>
          <a:xfrm rot="5400000">
            <a:off x="6440281" y="470770"/>
            <a:ext cx="884722" cy="82216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48" name="等腰三角形 347">
            <a:extLst>
              <a:ext uri="{FF2B5EF4-FFF2-40B4-BE49-F238E27FC236}">
                <a16:creationId xmlns:a16="http://schemas.microsoft.com/office/drawing/2014/main" id="{DBE1C3B5-B048-328C-F8F0-8FEBD871763F}"/>
              </a:ext>
            </a:extLst>
          </p:cNvPr>
          <p:cNvSpPr/>
          <p:nvPr/>
        </p:nvSpPr>
        <p:spPr>
          <a:xfrm rot="10800000">
            <a:off x="5763418" y="1771708"/>
            <a:ext cx="576679" cy="571500"/>
          </a:xfrm>
          <a:prstGeom prst="triangle">
            <a:avLst>
              <a:gd name="adj" fmla="val 0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2FB0C67B-51C8-DC36-6546-B531362CBC57}"/>
              </a:ext>
            </a:extLst>
          </p:cNvPr>
          <p:cNvSpPr txBox="1"/>
          <p:nvPr/>
        </p:nvSpPr>
        <p:spPr>
          <a:xfrm>
            <a:off x="5986706" y="1804124"/>
            <a:ext cx="5766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∞</a:t>
            </a:r>
            <a:endParaRPr lang="zh-CN" altLang="en-US" sz="1200"/>
          </a:p>
        </p:txBody>
      </p:sp>
      <p:sp>
        <p:nvSpPr>
          <p:cNvPr id="350" name="等腰三角形 349">
            <a:extLst>
              <a:ext uri="{FF2B5EF4-FFF2-40B4-BE49-F238E27FC236}">
                <a16:creationId xmlns:a16="http://schemas.microsoft.com/office/drawing/2014/main" id="{1588BE9F-DB08-5D5D-A9D3-5511A94AE821}"/>
              </a:ext>
            </a:extLst>
          </p:cNvPr>
          <p:cNvSpPr/>
          <p:nvPr/>
        </p:nvSpPr>
        <p:spPr>
          <a:xfrm rot="10800000">
            <a:off x="6881449" y="1766980"/>
            <a:ext cx="576679" cy="571500"/>
          </a:xfrm>
          <a:prstGeom prst="triangle">
            <a:avLst>
              <a:gd name="adj" fmla="val 0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BF28A029-8DF9-E397-B5DE-D4C9F509321B}"/>
              </a:ext>
            </a:extLst>
          </p:cNvPr>
          <p:cNvSpPr/>
          <p:nvPr/>
        </p:nvSpPr>
        <p:spPr>
          <a:xfrm flipV="1">
            <a:off x="4660406" y="2234692"/>
            <a:ext cx="428903" cy="79481"/>
          </a:xfrm>
          <a:prstGeom prst="rect">
            <a:avLst/>
          </a:prstGeom>
          <a:solidFill>
            <a:srgbClr val="0070C0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53" name="矩形 352">
            <a:extLst>
              <a:ext uri="{FF2B5EF4-FFF2-40B4-BE49-F238E27FC236}">
                <a16:creationId xmlns:a16="http://schemas.microsoft.com/office/drawing/2014/main" id="{5EEA3460-E66E-4676-9E73-5FCB970813FC}"/>
              </a:ext>
            </a:extLst>
          </p:cNvPr>
          <p:cNvSpPr/>
          <p:nvPr/>
        </p:nvSpPr>
        <p:spPr>
          <a:xfrm rot="5400000" flipV="1">
            <a:off x="4939569" y="1955969"/>
            <a:ext cx="428903" cy="79481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265777D6-4B9E-37DB-80F2-4BB785772999}"/>
              </a:ext>
            </a:extLst>
          </p:cNvPr>
          <p:cNvSpPr/>
          <p:nvPr/>
        </p:nvSpPr>
        <p:spPr>
          <a:xfrm>
            <a:off x="5117666" y="2227453"/>
            <a:ext cx="84288" cy="82216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56" name="文本框 355">
            <a:extLst>
              <a:ext uri="{FF2B5EF4-FFF2-40B4-BE49-F238E27FC236}">
                <a16:creationId xmlns:a16="http://schemas.microsoft.com/office/drawing/2014/main" id="{7E478F21-B222-51B5-635A-451D29D56ACC}"/>
              </a:ext>
            </a:extLst>
          </p:cNvPr>
          <p:cNvSpPr txBox="1"/>
          <p:nvPr/>
        </p:nvSpPr>
        <p:spPr>
          <a:xfrm>
            <a:off x="7169789" y="1803567"/>
            <a:ext cx="5766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200"/>
          </a:p>
        </p:txBody>
      </p:sp>
      <p:sp>
        <p:nvSpPr>
          <p:cNvPr id="357" name="文本框 356">
            <a:extLst>
              <a:ext uri="{FF2B5EF4-FFF2-40B4-BE49-F238E27FC236}">
                <a16:creationId xmlns:a16="http://schemas.microsoft.com/office/drawing/2014/main" id="{664A4DB0-4AFB-EAA5-7378-8F6027F88150}"/>
              </a:ext>
            </a:extLst>
          </p:cNvPr>
          <p:cNvSpPr txBox="1"/>
          <p:nvPr/>
        </p:nvSpPr>
        <p:spPr>
          <a:xfrm>
            <a:off x="6953677" y="1553815"/>
            <a:ext cx="556082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945"/>
          </a:p>
        </p:txBody>
      </p:sp>
      <p:sp>
        <p:nvSpPr>
          <p:cNvPr id="358" name="文本框 357">
            <a:extLst>
              <a:ext uri="{FF2B5EF4-FFF2-40B4-BE49-F238E27FC236}">
                <a16:creationId xmlns:a16="http://schemas.microsoft.com/office/drawing/2014/main" id="{7CCB2FC9-7C82-84CE-7718-4F8CDDBD260F}"/>
              </a:ext>
            </a:extLst>
          </p:cNvPr>
          <p:cNvSpPr txBox="1"/>
          <p:nvPr/>
        </p:nvSpPr>
        <p:spPr>
          <a:xfrm>
            <a:off x="6494614" y="2126172"/>
            <a:ext cx="556082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945"/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CF392B80-6933-C270-C8F8-8D08A79B740B}"/>
              </a:ext>
            </a:extLst>
          </p:cNvPr>
          <p:cNvSpPr txBox="1"/>
          <p:nvPr/>
        </p:nvSpPr>
        <p:spPr>
          <a:xfrm>
            <a:off x="4719303" y="2571317"/>
            <a:ext cx="556082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45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945"/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D761714F-0BB1-3758-2C2E-C1B188D0932E}"/>
              </a:ext>
            </a:extLst>
          </p:cNvPr>
          <p:cNvSpPr txBox="1"/>
          <p:nvPr/>
        </p:nvSpPr>
        <p:spPr>
          <a:xfrm>
            <a:off x="1684083" y="4704795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K Cache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4291C555-BFC6-A8EE-A2B1-49E8115B0D1E}"/>
              </a:ext>
            </a:extLst>
          </p:cNvPr>
          <p:cNvSpPr/>
          <p:nvPr/>
        </p:nvSpPr>
        <p:spPr>
          <a:xfrm>
            <a:off x="1449882" y="3997305"/>
            <a:ext cx="923431" cy="696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3" name="矩形 362">
            <a:extLst>
              <a:ext uri="{FF2B5EF4-FFF2-40B4-BE49-F238E27FC236}">
                <a16:creationId xmlns:a16="http://schemas.microsoft.com/office/drawing/2014/main" id="{08C61F30-445F-34FF-10BE-14959C6BF099}"/>
              </a:ext>
            </a:extLst>
          </p:cNvPr>
          <p:cNvSpPr/>
          <p:nvPr/>
        </p:nvSpPr>
        <p:spPr>
          <a:xfrm>
            <a:off x="4643143" y="3228584"/>
            <a:ext cx="544176" cy="82216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5CF0F2C6-EA71-DB4E-19FD-30BCA0DAB69D}"/>
              </a:ext>
            </a:extLst>
          </p:cNvPr>
          <p:cNvSpPr/>
          <p:nvPr/>
        </p:nvSpPr>
        <p:spPr>
          <a:xfrm rot="5400000">
            <a:off x="6420601" y="3031012"/>
            <a:ext cx="551179" cy="72992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  <p:sp>
        <p:nvSpPr>
          <p:cNvPr id="365" name="矩形 364">
            <a:extLst>
              <a:ext uri="{FF2B5EF4-FFF2-40B4-BE49-F238E27FC236}">
                <a16:creationId xmlns:a16="http://schemas.microsoft.com/office/drawing/2014/main" id="{5DF6FA78-F3B6-AEC0-EE5E-F9DC05F732FB}"/>
              </a:ext>
            </a:extLst>
          </p:cNvPr>
          <p:cNvSpPr/>
          <p:nvPr/>
        </p:nvSpPr>
        <p:spPr>
          <a:xfrm>
            <a:off x="5105453" y="4294552"/>
            <a:ext cx="895586" cy="82216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1"/>
          </a:p>
        </p:txBody>
      </p:sp>
    </p:spTree>
    <p:extLst>
      <p:ext uri="{BB962C8B-B14F-4D97-AF65-F5344CB8AC3E}">
        <p14:creationId xmlns:p14="http://schemas.microsoft.com/office/powerpoint/2010/main" val="319462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178</TotalTime>
  <Words>353</Words>
  <Application>Microsoft Office PowerPoint</Application>
  <PresentationFormat>自定义</PresentationFormat>
  <Paragraphs>147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微软雅黑</vt:lpstr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2217787957@qq.com</dc:creator>
  <cp:lastModifiedBy>2217787957@qq.com</cp:lastModifiedBy>
  <cp:revision>46</cp:revision>
  <dcterms:created xsi:type="dcterms:W3CDTF">2025-11-02T10:25:45Z</dcterms:created>
  <dcterms:modified xsi:type="dcterms:W3CDTF">2025-11-02T13:23:59Z</dcterms:modified>
</cp:coreProperties>
</file>